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730" r:id="rId3"/>
    <p:sldId id="729" r:id="rId4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D1E13D-DED6-4D8E-9812-55540A5641B2}" v="1" dt="2024-09-08T18:34:30.7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94" d="100"/>
          <a:sy n="94" d="100"/>
        </p:scale>
        <p:origin x="108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cky Bergman" userId="a5eaffc8-3e3f-4aca-98c2-914f8e36fb7b" providerId="ADAL" clId="{C6D1E13D-DED6-4D8E-9812-55540A5641B2}"/>
    <pc:docChg chg="addSld delSld modSld">
      <pc:chgData name="Becky Bergman" userId="a5eaffc8-3e3f-4aca-98c2-914f8e36fb7b" providerId="ADAL" clId="{C6D1E13D-DED6-4D8E-9812-55540A5641B2}" dt="2024-09-08T18:34:49.472" v="3" actId="6549"/>
      <pc:docMkLst>
        <pc:docMk/>
      </pc:docMkLst>
      <pc:sldChg chg="del">
        <pc:chgData name="Becky Bergman" userId="a5eaffc8-3e3f-4aca-98c2-914f8e36fb7b" providerId="ADAL" clId="{C6D1E13D-DED6-4D8E-9812-55540A5641B2}" dt="2024-09-08T18:34:34.507" v="1" actId="47"/>
        <pc:sldMkLst>
          <pc:docMk/>
          <pc:sldMk cId="1766641032" sldId="728"/>
        </pc:sldMkLst>
      </pc:sldChg>
      <pc:sldChg chg="modSp mod">
        <pc:chgData name="Becky Bergman" userId="a5eaffc8-3e3f-4aca-98c2-914f8e36fb7b" providerId="ADAL" clId="{C6D1E13D-DED6-4D8E-9812-55540A5641B2}" dt="2024-09-08T18:34:49.472" v="3" actId="6549"/>
        <pc:sldMkLst>
          <pc:docMk/>
          <pc:sldMk cId="2573794777" sldId="729"/>
        </pc:sldMkLst>
        <pc:spChg chg="mod">
          <ac:chgData name="Becky Bergman" userId="a5eaffc8-3e3f-4aca-98c2-914f8e36fb7b" providerId="ADAL" clId="{C6D1E13D-DED6-4D8E-9812-55540A5641B2}" dt="2024-09-08T18:34:49.472" v="3" actId="6549"/>
          <ac:spMkLst>
            <pc:docMk/>
            <pc:sldMk cId="2573794777" sldId="729"/>
            <ac:spMk id="10" creationId="{8DA77377-4461-40DD-8BFC-2DA14782F95E}"/>
          </ac:spMkLst>
        </pc:spChg>
      </pc:sldChg>
      <pc:sldChg chg="add">
        <pc:chgData name="Becky Bergman" userId="a5eaffc8-3e3f-4aca-98c2-914f8e36fb7b" providerId="ADAL" clId="{C6D1E13D-DED6-4D8E-9812-55540A5641B2}" dt="2024-09-08T18:34:30.741" v="0"/>
        <pc:sldMkLst>
          <pc:docMk/>
          <pc:sldMk cId="3787264343" sldId="73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1E288B-9796-45DE-82D8-2AFA66D4F801}" type="datetimeFigureOut">
              <a:rPr lang="sv-SE" smtClean="0"/>
              <a:t>2024-09-08</a:t>
            </a:fld>
            <a:endParaRPr lang="sv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1E73A2-DA29-49D4-A029-CFC9A63ECDC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02200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Draw </a:t>
            </a:r>
            <a:r>
              <a:rPr lang="sv-SE" dirty="0" err="1"/>
              <a:t>own</a:t>
            </a:r>
            <a:r>
              <a:rPr lang="sv-SE" dirty="0"/>
              <a:t> </a:t>
            </a:r>
            <a:r>
              <a:rPr lang="sv-SE" dirty="0" err="1"/>
              <a:t>cultural</a:t>
            </a:r>
            <a:r>
              <a:rPr lang="sv-SE" dirty="0"/>
              <a:t> star and </a:t>
            </a:r>
            <a:r>
              <a:rPr lang="sv-SE" dirty="0" err="1"/>
              <a:t>share</a:t>
            </a:r>
            <a:r>
              <a:rPr lang="sv-SE" dirty="0"/>
              <a:t> </a:t>
            </a:r>
            <a:r>
              <a:rPr lang="sv-SE" dirty="0" err="1"/>
              <a:t>with</a:t>
            </a:r>
            <a:r>
              <a:rPr lang="sv-SE" dirty="0"/>
              <a:t> </a:t>
            </a:r>
            <a:r>
              <a:rPr lang="sv-SE" dirty="0" err="1"/>
              <a:t>group</a:t>
            </a:r>
            <a:r>
              <a:rPr lang="sv-SE" dirty="0"/>
              <a:t>.</a:t>
            </a:r>
          </a:p>
          <a:p>
            <a:r>
              <a:rPr lang="sv-SE" dirty="0" err="1"/>
              <a:t>What</a:t>
            </a:r>
            <a:r>
              <a:rPr lang="sv-SE" dirty="0"/>
              <a:t> </a:t>
            </a:r>
            <a:r>
              <a:rPr lang="sv-SE" dirty="0" err="1"/>
              <a:t>does</a:t>
            </a:r>
            <a:r>
              <a:rPr lang="sv-SE" dirty="0"/>
              <a:t> it </a:t>
            </a:r>
            <a:r>
              <a:rPr lang="sv-SE" dirty="0" err="1"/>
              <a:t>mean</a:t>
            </a:r>
            <a:r>
              <a:rPr lang="sv-SE" dirty="0"/>
              <a:t> to be a part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those</a:t>
            </a:r>
            <a:r>
              <a:rPr lang="sv-SE" dirty="0"/>
              <a:t> </a:t>
            </a:r>
            <a:r>
              <a:rPr lang="sv-SE" dirty="0" err="1"/>
              <a:t>cultures</a:t>
            </a:r>
            <a:r>
              <a:rPr lang="sv-SE" dirty="0"/>
              <a:t>?</a:t>
            </a:r>
          </a:p>
          <a:p>
            <a:r>
              <a:rPr lang="sv-SE" dirty="0"/>
              <a:t>15 mins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BB6158-C7CB-0F44-B0F2-0892C423F71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2523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Draw </a:t>
            </a:r>
            <a:r>
              <a:rPr lang="sv-SE" dirty="0" err="1"/>
              <a:t>own</a:t>
            </a:r>
            <a:r>
              <a:rPr lang="sv-SE" dirty="0"/>
              <a:t> </a:t>
            </a:r>
            <a:r>
              <a:rPr lang="sv-SE" dirty="0" err="1"/>
              <a:t>cultural</a:t>
            </a:r>
            <a:r>
              <a:rPr lang="sv-SE" dirty="0"/>
              <a:t> star and </a:t>
            </a:r>
            <a:r>
              <a:rPr lang="sv-SE" dirty="0" err="1"/>
              <a:t>share</a:t>
            </a:r>
            <a:r>
              <a:rPr lang="sv-SE" dirty="0"/>
              <a:t> </a:t>
            </a:r>
            <a:r>
              <a:rPr lang="sv-SE" dirty="0" err="1"/>
              <a:t>with</a:t>
            </a:r>
            <a:r>
              <a:rPr lang="sv-SE" dirty="0"/>
              <a:t> the person </a:t>
            </a:r>
            <a:r>
              <a:rPr lang="sv-SE" dirty="0" err="1"/>
              <a:t>next</a:t>
            </a:r>
            <a:r>
              <a:rPr lang="sv-SE" dirty="0"/>
              <a:t> to </a:t>
            </a:r>
            <a:r>
              <a:rPr lang="sv-SE" dirty="0" err="1"/>
              <a:t>you</a:t>
            </a:r>
            <a:r>
              <a:rPr lang="sv-SE" dirty="0"/>
              <a:t>.</a:t>
            </a:r>
          </a:p>
          <a:p>
            <a:r>
              <a:rPr lang="sv-SE" dirty="0" err="1"/>
              <a:t>What</a:t>
            </a:r>
            <a:r>
              <a:rPr lang="sv-SE" dirty="0"/>
              <a:t> </a:t>
            </a:r>
            <a:r>
              <a:rPr lang="sv-SE" dirty="0" err="1"/>
              <a:t>does</a:t>
            </a:r>
            <a:r>
              <a:rPr lang="sv-SE" dirty="0"/>
              <a:t> it </a:t>
            </a:r>
            <a:r>
              <a:rPr lang="sv-SE" dirty="0" err="1"/>
              <a:t>mean</a:t>
            </a:r>
            <a:r>
              <a:rPr lang="sv-SE" dirty="0"/>
              <a:t> to be a part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those</a:t>
            </a:r>
            <a:r>
              <a:rPr lang="sv-SE" dirty="0"/>
              <a:t> </a:t>
            </a:r>
            <a:r>
              <a:rPr lang="sv-SE" dirty="0" err="1"/>
              <a:t>cultures</a:t>
            </a:r>
            <a:r>
              <a:rPr lang="sv-SE" dirty="0"/>
              <a:t>?</a:t>
            </a:r>
          </a:p>
          <a:p>
            <a:r>
              <a:rPr lang="sv-SE" dirty="0"/>
              <a:t>15 mins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BB6158-C7CB-0F44-B0F2-0892C423F71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2523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5C6DF-29E6-4CC8-9054-98F8E68216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3675F-5A9B-410A-8C79-3ACFCDA7A1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F0E19D-AF45-4C1B-A6B1-AA8F8F401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0BA0D-93B6-41C5-91E4-4D34ADE8EDC9}" type="datetimeFigureOut">
              <a:rPr lang="sv-SE" smtClean="0"/>
              <a:t>2024-09-08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3D7821-A849-478F-A864-01A2B1C5C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81766D-84CA-4023-B461-5F5B04049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2A577-744F-4417-B443-D3A3B232EEE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68374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97FEE-0DD9-4C00-9782-1AD0B3E13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8526B-C48B-4CC1-8466-9387D0CC4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DAA5E-71DB-4746-9557-F7D5C017F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0BA0D-93B6-41C5-91E4-4D34ADE8EDC9}" type="datetimeFigureOut">
              <a:rPr lang="sv-SE" smtClean="0"/>
              <a:t>2024-09-08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EDE93-0771-43E7-B13A-955EB095A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82394-2AD5-40CE-B254-92B6C3344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2A577-744F-4417-B443-D3A3B232EEE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86794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F4248-4729-4A84-8CEF-82D5DBA30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BB569F-82F2-4357-8D90-96568E06EA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0F6D0-5942-46C7-9C08-C0A90437D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0BA0D-93B6-41C5-91E4-4D34ADE8EDC9}" type="datetimeFigureOut">
              <a:rPr lang="sv-SE" smtClean="0"/>
              <a:t>2024-09-08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ADD0E-7EA2-4689-83B1-4C5C1DA43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8BC11-A627-489E-8230-EEA1C57CA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2A577-744F-4417-B443-D3A3B232EEE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55770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720AF-0702-4D87-8575-97219A223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AD0D4-53B4-4AE8-8EC4-B73BED2C56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8F04E2-568A-4F1E-98BA-CD39E5E31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7930BC-3C0C-4B31-A33D-CA66898FA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0BA0D-93B6-41C5-91E4-4D34ADE8EDC9}" type="datetimeFigureOut">
              <a:rPr lang="sv-SE" smtClean="0"/>
              <a:t>2024-09-08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50EDC4-7FC3-4D4D-BAB8-D4B630DA5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C6C27F-0FAF-4DCD-9743-B99B6B22B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2A577-744F-4417-B443-D3A3B232EEE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59412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7DAAF-A52F-464F-9F02-044091854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50DA22-AD92-4A1E-9FA9-79CABF635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0DCE80-3E54-4BC3-A2F9-661F645599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156710-E8D0-42CB-A329-84D0F89F5F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2117A-9224-4F61-AD90-9BC210EA3D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C025E2-3B25-40C0-9350-30F403E39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0BA0D-93B6-41C5-91E4-4D34ADE8EDC9}" type="datetimeFigureOut">
              <a:rPr lang="sv-SE" smtClean="0"/>
              <a:t>2024-09-08</a:t>
            </a:fld>
            <a:endParaRPr lang="sv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3CABFA-E193-4F2D-9EF4-87BCA08B1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1CC701-C265-416E-9652-787F7ACB9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2A577-744F-4417-B443-D3A3B232EEE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92232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D154E-01D9-4F8A-9675-3C994AA84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8B246E-5781-41FD-B495-E91D5AB74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0BA0D-93B6-41C5-91E4-4D34ADE8EDC9}" type="datetimeFigureOut">
              <a:rPr lang="sv-SE" smtClean="0"/>
              <a:t>2024-09-08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44EA1F-9FE2-4AE2-BCE8-3B1BAC94E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BD67CF-4605-42BA-A755-D44C9928A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2A577-744F-4417-B443-D3A3B232EEE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09373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DF58D4-91FB-4ECD-80CD-AF2AD33B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0BA0D-93B6-41C5-91E4-4D34ADE8EDC9}" type="datetimeFigureOut">
              <a:rPr lang="sv-SE" smtClean="0"/>
              <a:t>2024-09-08</a:t>
            </a:fld>
            <a:endParaRPr lang="sv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DB34FB-9546-45A5-BA0B-4F9E464DF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1E4153-D099-423B-AC7B-504F12843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2A577-744F-4417-B443-D3A3B232EEE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62681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42256-6048-4E6F-A894-7C1DC7EAA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363DF-CA40-449C-B72B-DCF4A2320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0DA1B7-F1F7-4651-A2D2-5C13C3B64D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EDCF1-C320-4A97-9515-69867EFA7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0BA0D-93B6-41C5-91E4-4D34ADE8EDC9}" type="datetimeFigureOut">
              <a:rPr lang="sv-SE" smtClean="0"/>
              <a:t>2024-09-08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A61C90-95A4-454D-ADED-C87C06E5A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D478DB-D0E3-4F63-92B1-EABD781B8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2A577-744F-4417-B443-D3A3B232EEE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00517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2B374-A6BB-4FCD-BBF6-843962455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E72DF5-E8C5-4327-9FD9-57E508A3C7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C7DF3F-9C18-4235-BBA3-D47A0652FC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EE80BC-5FF9-488D-B3FB-55CD7F288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0BA0D-93B6-41C5-91E4-4D34ADE8EDC9}" type="datetimeFigureOut">
              <a:rPr lang="sv-SE" smtClean="0"/>
              <a:t>2024-09-08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9FA0BE-DA56-428E-9F6C-78879162F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A94DC6-4CEF-44A3-B52F-518E34AF8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2A577-744F-4417-B443-D3A3B232EEE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70994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AC147-4CFE-4D10-A720-D24BCBF27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F219D3-E459-4864-B4D0-A2380F6AF3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4B252-8528-4E35-9DE9-6E01DBDA0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0BA0D-93B6-41C5-91E4-4D34ADE8EDC9}" type="datetimeFigureOut">
              <a:rPr lang="sv-SE" smtClean="0"/>
              <a:t>2024-09-08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6358D-3BB6-4775-A8C7-3BC5075AC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3126A-993F-4C06-A7C1-DA4D8678F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2A577-744F-4417-B443-D3A3B232EEE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79175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97D8E9-D1F0-49AB-95DF-1A08E24CFF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38D2D0-F59E-4B99-B741-DE735E72E7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B730CB-24DA-43A5-81E0-CF18101B8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0BA0D-93B6-41C5-91E4-4D34ADE8EDC9}" type="datetimeFigureOut">
              <a:rPr lang="sv-SE" smtClean="0"/>
              <a:t>2024-09-08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62EB7A-6ECB-4AEE-A2C7-A07637708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644E8-A729-4AF5-B591-476ED6591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2A577-744F-4417-B443-D3A3B232EEE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019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586595-516E-4E3A-A99B-EEC534E12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8E116F-6246-4CA9-A26A-9F9CABDB0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BDBB9-7983-4EE1-A723-91192B585B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40BA0D-93B6-41C5-91E4-4D34ADE8EDC9}" type="datetimeFigureOut">
              <a:rPr lang="sv-SE" smtClean="0"/>
              <a:t>2024-09-08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6B2ED3-65D0-4684-974E-EC3B7A20C6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B5E07-1DA0-4A25-AE26-864631B915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72A577-744F-4417-B443-D3A3B232EEE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40269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CAACB-90CE-4748-BD95-D70291440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b="1" dirty="0"/>
              <a:t>Creating a </a:t>
            </a:r>
            <a:r>
              <a:rPr lang="sv-SE" b="1" dirty="0" err="1"/>
              <a:t>cultural</a:t>
            </a:r>
            <a:r>
              <a:rPr lang="sv-SE" b="1" dirty="0"/>
              <a:t> star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A006E-41CD-46C9-BB91-A8D7C2097C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/>
              <a:t>Look at my </a:t>
            </a:r>
            <a:r>
              <a:rPr lang="sv-SE" dirty="0" err="1"/>
              <a:t>example</a:t>
            </a:r>
            <a:r>
              <a:rPr lang="sv-SE" dirty="0"/>
              <a:t> on </a:t>
            </a:r>
            <a:r>
              <a:rPr lang="sv-SE" dirty="0" err="1"/>
              <a:t>slide</a:t>
            </a:r>
            <a:r>
              <a:rPr lang="sv-SE" dirty="0"/>
              <a:t> 2 </a:t>
            </a:r>
          </a:p>
          <a:p>
            <a:r>
              <a:rPr lang="sv-SE" dirty="0" err="1"/>
              <a:t>Create</a:t>
            </a:r>
            <a:r>
              <a:rPr lang="sv-SE" dirty="0"/>
              <a:t> </a:t>
            </a:r>
            <a:r>
              <a:rPr lang="sv-SE" dirty="0" err="1"/>
              <a:t>your</a:t>
            </a:r>
            <a:r>
              <a:rPr lang="sv-SE" dirty="0"/>
              <a:t> </a:t>
            </a:r>
            <a:r>
              <a:rPr lang="sv-SE" dirty="0" err="1"/>
              <a:t>own</a:t>
            </a:r>
            <a:r>
              <a:rPr lang="sv-SE" dirty="0"/>
              <a:t> on </a:t>
            </a:r>
            <a:r>
              <a:rPr lang="sv-SE" dirty="0" err="1"/>
              <a:t>slide</a:t>
            </a:r>
            <a:r>
              <a:rPr lang="sv-SE" dirty="0"/>
              <a:t> 3!</a:t>
            </a:r>
          </a:p>
          <a:p>
            <a:r>
              <a:rPr lang="sv-SE" dirty="0"/>
              <a:t>NO </a:t>
            </a:r>
            <a:r>
              <a:rPr lang="sv-SE" dirty="0" err="1"/>
              <a:t>prizes</a:t>
            </a:r>
            <a:r>
              <a:rPr lang="sv-SE" dirty="0"/>
              <a:t> for the best star! </a:t>
            </a:r>
            <a:r>
              <a:rPr lang="sv-SE" dirty="0" err="1"/>
              <a:t>Don’t</a:t>
            </a:r>
            <a:r>
              <a:rPr lang="sv-SE" dirty="0"/>
              <a:t> </a:t>
            </a:r>
            <a:r>
              <a:rPr lang="sv-SE" dirty="0" err="1"/>
              <a:t>worry</a:t>
            </a:r>
            <a:r>
              <a:rPr lang="sv-SE" dirty="0"/>
              <a:t> </a:t>
            </a:r>
            <a:r>
              <a:rPr lang="sv-SE" dirty="0" err="1"/>
              <a:t>about</a:t>
            </a:r>
            <a:r>
              <a:rPr lang="sv-SE" dirty="0"/>
              <a:t> </a:t>
            </a:r>
            <a:r>
              <a:rPr lang="sv-SE" dirty="0" err="1"/>
              <a:t>what</a:t>
            </a:r>
            <a:r>
              <a:rPr lang="sv-SE" dirty="0"/>
              <a:t> it looks like – </a:t>
            </a:r>
            <a:r>
              <a:rPr lang="sv-SE" dirty="0" err="1"/>
              <a:t>it’s</a:t>
            </a:r>
            <a:r>
              <a:rPr lang="sv-SE" dirty="0"/>
              <a:t> just a </a:t>
            </a:r>
            <a:r>
              <a:rPr lang="sv-SE" dirty="0" err="1"/>
              <a:t>conversation</a:t>
            </a:r>
            <a:r>
              <a:rPr lang="sv-SE" dirty="0"/>
              <a:t> starter!</a:t>
            </a:r>
            <a:br>
              <a:rPr lang="sv-SE" dirty="0"/>
            </a:b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744862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48649-42C0-4B2E-A28E-A5A44694E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71404"/>
            <a:ext cx="8247003" cy="762000"/>
          </a:xfrm>
        </p:spPr>
        <p:txBody>
          <a:bodyPr>
            <a:normAutofit/>
          </a:bodyPr>
          <a:lstStyle/>
          <a:p>
            <a:pPr algn="ctr"/>
            <a:r>
              <a:rPr lang="sv-SE" sz="3200" b="1" dirty="0" err="1"/>
              <a:t>Example</a:t>
            </a:r>
            <a:r>
              <a:rPr lang="sv-SE" sz="3200" b="1" dirty="0"/>
              <a:t> Culture star: Becky Bergman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ABB423-6A2F-45A5-AF4F-B535B89E9404}"/>
              </a:ext>
            </a:extLst>
          </p:cNvPr>
          <p:cNvSpPr txBox="1"/>
          <p:nvPr/>
        </p:nvSpPr>
        <p:spPr>
          <a:xfrm>
            <a:off x="3728427" y="1455105"/>
            <a:ext cx="4332012" cy="1291793"/>
          </a:xfrm>
          <a:prstGeom prst="rect">
            <a:avLst/>
          </a:prstGeom>
        </p:spPr>
        <p:txBody>
          <a:bodyPr vert="horz" wrap="square" lIns="121920" tIns="60960" rIns="121920" bIns="60960" rtlCol="0" anchor="t" anchorCtr="0">
            <a:noAutofit/>
          </a:bodyPr>
          <a:lstStyle/>
          <a:p>
            <a:r>
              <a:rPr lang="sv-SE" sz="2667" dirty="0"/>
              <a:t>Senior </a:t>
            </a:r>
            <a:r>
              <a:rPr lang="sv-SE" sz="2667" dirty="0" err="1"/>
              <a:t>lecturer</a:t>
            </a:r>
            <a:r>
              <a:rPr lang="sv-SE" sz="2667" dirty="0"/>
              <a:t> at </a:t>
            </a:r>
            <a:r>
              <a:rPr lang="sv-SE" sz="2667" dirty="0" err="1"/>
              <a:t>Department</a:t>
            </a:r>
            <a:r>
              <a:rPr lang="sv-SE" sz="2667" dirty="0"/>
              <a:t> for Communication and Learning in Science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274DE7-37AA-43AA-A917-DE292B4D9107}"/>
              </a:ext>
            </a:extLst>
          </p:cNvPr>
          <p:cNvSpPr txBox="1"/>
          <p:nvPr/>
        </p:nvSpPr>
        <p:spPr>
          <a:xfrm>
            <a:off x="7426230" y="4334790"/>
            <a:ext cx="2042473" cy="578177"/>
          </a:xfrm>
          <a:prstGeom prst="rect">
            <a:avLst/>
          </a:prstGeom>
        </p:spPr>
        <p:txBody>
          <a:bodyPr vert="horz" wrap="square" lIns="121920" tIns="60960" rIns="121920" bIns="60960" rtlCol="0" anchor="t" anchorCtr="0">
            <a:noAutofit/>
          </a:bodyPr>
          <a:lstStyle/>
          <a:p>
            <a:endParaRPr lang="sv-SE" sz="2667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18AA9F-DE8F-4C45-B3CA-A61098C10173}"/>
              </a:ext>
            </a:extLst>
          </p:cNvPr>
          <p:cNvSpPr txBox="1"/>
          <p:nvPr/>
        </p:nvSpPr>
        <p:spPr>
          <a:xfrm>
            <a:off x="287396" y="2675190"/>
            <a:ext cx="3717949" cy="578177"/>
          </a:xfrm>
          <a:prstGeom prst="rect">
            <a:avLst/>
          </a:prstGeom>
        </p:spPr>
        <p:txBody>
          <a:bodyPr vert="horz" wrap="square" lIns="121920" tIns="60960" rIns="121920" bIns="60960" rtlCol="0" anchor="t" anchorCtr="0">
            <a:noAutofit/>
          </a:bodyPr>
          <a:lstStyle/>
          <a:p>
            <a:r>
              <a:rPr lang="sv-SE" sz="2667" dirty="0"/>
              <a:t>Researcher in </a:t>
            </a:r>
            <a:r>
              <a:rPr lang="sv-SE" sz="2667" dirty="0" err="1"/>
              <a:t>intercultural</a:t>
            </a:r>
            <a:r>
              <a:rPr lang="sv-SE" sz="2667" dirty="0"/>
              <a:t> </a:t>
            </a:r>
            <a:r>
              <a:rPr lang="sv-SE" sz="2667" dirty="0" err="1"/>
              <a:t>communication</a:t>
            </a:r>
            <a:r>
              <a:rPr lang="sv-SE" sz="2667" dirty="0"/>
              <a:t> in </a:t>
            </a:r>
            <a:r>
              <a:rPr lang="sv-SE" sz="2667" dirty="0" err="1"/>
              <a:t>engineering</a:t>
            </a:r>
            <a:r>
              <a:rPr lang="sv-SE" sz="2667" dirty="0"/>
              <a:t> </a:t>
            </a:r>
            <a:r>
              <a:rPr lang="sv-SE" sz="2667" dirty="0" err="1"/>
              <a:t>education</a:t>
            </a:r>
            <a:endParaRPr lang="sv-SE" sz="2667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5F3E49-E6E6-4244-9DB4-485EB060883C}"/>
              </a:ext>
            </a:extLst>
          </p:cNvPr>
          <p:cNvSpPr txBox="1"/>
          <p:nvPr/>
        </p:nvSpPr>
        <p:spPr>
          <a:xfrm>
            <a:off x="1515449" y="4978301"/>
            <a:ext cx="2042473" cy="578177"/>
          </a:xfrm>
          <a:prstGeom prst="rect">
            <a:avLst/>
          </a:prstGeom>
        </p:spPr>
        <p:txBody>
          <a:bodyPr vert="horz" wrap="square" lIns="121920" tIns="60960" rIns="121920" bIns="60960" rtlCol="0" anchor="t" anchorCtr="0">
            <a:noAutofit/>
          </a:bodyPr>
          <a:lstStyle/>
          <a:p>
            <a:r>
              <a:rPr lang="sv-SE" sz="2667" dirty="0"/>
              <a:t>British / Swedish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F44B2F-AA52-4904-9FA9-519856498B23}"/>
              </a:ext>
            </a:extLst>
          </p:cNvPr>
          <p:cNvSpPr txBox="1"/>
          <p:nvPr/>
        </p:nvSpPr>
        <p:spPr>
          <a:xfrm>
            <a:off x="7426229" y="3024694"/>
            <a:ext cx="2446779" cy="578177"/>
          </a:xfrm>
          <a:prstGeom prst="rect">
            <a:avLst/>
          </a:prstGeom>
        </p:spPr>
        <p:txBody>
          <a:bodyPr vert="horz" wrap="square" lIns="121920" tIns="60960" rIns="121920" bIns="60960" rtlCol="0" anchor="t" anchorCtr="0">
            <a:noAutofit/>
          </a:bodyPr>
          <a:lstStyle/>
          <a:p>
            <a:r>
              <a:rPr lang="sv-SE" sz="2667" dirty="0" err="1"/>
              <a:t>Lived</a:t>
            </a:r>
            <a:r>
              <a:rPr lang="sv-SE" sz="2667" dirty="0"/>
              <a:t> on 5 </a:t>
            </a:r>
            <a:r>
              <a:rPr lang="sv-SE" sz="2667" dirty="0" err="1"/>
              <a:t>continents</a:t>
            </a:r>
            <a:r>
              <a:rPr lang="sv-SE" sz="2667" dirty="0"/>
              <a:t> (</a:t>
            </a:r>
            <a:r>
              <a:rPr lang="sv-SE" sz="2667" dirty="0" err="1"/>
              <a:t>worked</a:t>
            </a:r>
            <a:r>
              <a:rPr lang="sv-SE" sz="2667" dirty="0"/>
              <a:t> on 4)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BEAB00-4E3A-4627-9305-5B2932F6486B}"/>
              </a:ext>
            </a:extLst>
          </p:cNvPr>
          <p:cNvSpPr txBox="1"/>
          <p:nvPr/>
        </p:nvSpPr>
        <p:spPr>
          <a:xfrm>
            <a:off x="4656843" y="3714161"/>
            <a:ext cx="1439159" cy="754144"/>
          </a:xfrm>
          <a:prstGeom prst="rect">
            <a:avLst/>
          </a:prstGeom>
        </p:spPr>
        <p:txBody>
          <a:bodyPr vert="horz" wrap="square" lIns="121920" tIns="60960" rIns="121920" bIns="60960" rtlCol="0" anchor="t" anchorCtr="0">
            <a:noAutofit/>
          </a:bodyPr>
          <a:lstStyle/>
          <a:p>
            <a:r>
              <a:rPr lang="sv-SE" sz="2667" dirty="0">
                <a:solidFill>
                  <a:schemeClr val="bg2"/>
                </a:solidFill>
              </a:rPr>
              <a:t>Becky</a:t>
            </a:r>
          </a:p>
        </p:txBody>
      </p:sp>
      <p:sp>
        <p:nvSpPr>
          <p:cNvPr id="14" name="Star: 5 Points 13">
            <a:extLst>
              <a:ext uri="{FF2B5EF4-FFF2-40B4-BE49-F238E27FC236}">
                <a16:creationId xmlns:a16="http://schemas.microsoft.com/office/drawing/2014/main" id="{807927C0-0395-4A14-BCA4-CC8A947D2B8C}"/>
              </a:ext>
            </a:extLst>
          </p:cNvPr>
          <p:cNvSpPr/>
          <p:nvPr/>
        </p:nvSpPr>
        <p:spPr>
          <a:xfrm>
            <a:off x="3520978" y="3132987"/>
            <a:ext cx="3717949" cy="3011348"/>
          </a:xfrm>
          <a:custGeom>
            <a:avLst/>
            <a:gdLst>
              <a:gd name="connsiteX0" fmla="*/ 2 w 2095741"/>
              <a:gd name="connsiteY0" fmla="*/ 794937 h 2081177"/>
              <a:gd name="connsiteX1" fmla="*/ 800506 w 2095741"/>
              <a:gd name="connsiteY1" fmla="*/ 794942 h 2081177"/>
              <a:gd name="connsiteX2" fmla="*/ 1047871 w 2095741"/>
              <a:gd name="connsiteY2" fmla="*/ 0 h 2081177"/>
              <a:gd name="connsiteX3" fmla="*/ 1295235 w 2095741"/>
              <a:gd name="connsiteY3" fmla="*/ 794942 h 2081177"/>
              <a:gd name="connsiteX4" fmla="*/ 2095739 w 2095741"/>
              <a:gd name="connsiteY4" fmla="*/ 794937 h 2081177"/>
              <a:gd name="connsiteX5" fmla="*/ 1448114 w 2095741"/>
              <a:gd name="connsiteY5" fmla="*/ 1286233 h 2081177"/>
              <a:gd name="connsiteX6" fmla="*/ 1695489 w 2095741"/>
              <a:gd name="connsiteY6" fmla="*/ 2081172 h 2081177"/>
              <a:gd name="connsiteX7" fmla="*/ 1047871 w 2095741"/>
              <a:gd name="connsiteY7" fmla="*/ 1589867 h 2081177"/>
              <a:gd name="connsiteX8" fmla="*/ 400252 w 2095741"/>
              <a:gd name="connsiteY8" fmla="*/ 2081172 h 2081177"/>
              <a:gd name="connsiteX9" fmla="*/ 647627 w 2095741"/>
              <a:gd name="connsiteY9" fmla="*/ 1286233 h 2081177"/>
              <a:gd name="connsiteX10" fmla="*/ 2 w 2095741"/>
              <a:gd name="connsiteY10" fmla="*/ 794937 h 2081177"/>
              <a:gd name="connsiteX0" fmla="*/ 0 w 2328493"/>
              <a:gd name="connsiteY0" fmla="*/ 794937 h 2081172"/>
              <a:gd name="connsiteX1" fmla="*/ 800504 w 2328493"/>
              <a:gd name="connsiteY1" fmla="*/ 794942 h 2081172"/>
              <a:gd name="connsiteX2" fmla="*/ 1047869 w 2328493"/>
              <a:gd name="connsiteY2" fmla="*/ 0 h 2081172"/>
              <a:gd name="connsiteX3" fmla="*/ 1295233 w 2328493"/>
              <a:gd name="connsiteY3" fmla="*/ 794942 h 2081172"/>
              <a:gd name="connsiteX4" fmla="*/ 2328493 w 2328493"/>
              <a:gd name="connsiteY4" fmla="*/ 540013 h 2081172"/>
              <a:gd name="connsiteX5" fmla="*/ 1448112 w 2328493"/>
              <a:gd name="connsiteY5" fmla="*/ 1286233 h 2081172"/>
              <a:gd name="connsiteX6" fmla="*/ 1695487 w 2328493"/>
              <a:gd name="connsiteY6" fmla="*/ 2081172 h 2081172"/>
              <a:gd name="connsiteX7" fmla="*/ 1047869 w 2328493"/>
              <a:gd name="connsiteY7" fmla="*/ 1589867 h 2081172"/>
              <a:gd name="connsiteX8" fmla="*/ 400250 w 2328493"/>
              <a:gd name="connsiteY8" fmla="*/ 2081172 h 2081172"/>
              <a:gd name="connsiteX9" fmla="*/ 647625 w 2328493"/>
              <a:gd name="connsiteY9" fmla="*/ 1286233 h 2081172"/>
              <a:gd name="connsiteX10" fmla="*/ 0 w 2328493"/>
              <a:gd name="connsiteY10" fmla="*/ 794937 h 2081172"/>
              <a:gd name="connsiteX0" fmla="*/ 0 w 2328493"/>
              <a:gd name="connsiteY0" fmla="*/ 794937 h 2081172"/>
              <a:gd name="connsiteX1" fmla="*/ 800504 w 2328493"/>
              <a:gd name="connsiteY1" fmla="*/ 794942 h 2081172"/>
              <a:gd name="connsiteX2" fmla="*/ 1047869 w 2328493"/>
              <a:gd name="connsiteY2" fmla="*/ 0 h 2081172"/>
              <a:gd name="connsiteX3" fmla="*/ 1295233 w 2328493"/>
              <a:gd name="connsiteY3" fmla="*/ 794942 h 2081172"/>
              <a:gd name="connsiteX4" fmla="*/ 2328493 w 2328493"/>
              <a:gd name="connsiteY4" fmla="*/ 540013 h 2081172"/>
              <a:gd name="connsiteX5" fmla="*/ 1448112 w 2328493"/>
              <a:gd name="connsiteY5" fmla="*/ 1286233 h 2081172"/>
              <a:gd name="connsiteX6" fmla="*/ 2111124 w 2328493"/>
              <a:gd name="connsiteY6" fmla="*/ 1981419 h 2081172"/>
              <a:gd name="connsiteX7" fmla="*/ 1047869 w 2328493"/>
              <a:gd name="connsiteY7" fmla="*/ 1589867 h 2081172"/>
              <a:gd name="connsiteX8" fmla="*/ 400250 w 2328493"/>
              <a:gd name="connsiteY8" fmla="*/ 2081172 h 2081172"/>
              <a:gd name="connsiteX9" fmla="*/ 647625 w 2328493"/>
              <a:gd name="connsiteY9" fmla="*/ 1286233 h 2081172"/>
              <a:gd name="connsiteX10" fmla="*/ 0 w 2328493"/>
              <a:gd name="connsiteY10" fmla="*/ 794937 h 2081172"/>
              <a:gd name="connsiteX0" fmla="*/ 0 w 2328493"/>
              <a:gd name="connsiteY0" fmla="*/ 794937 h 2164299"/>
              <a:gd name="connsiteX1" fmla="*/ 800504 w 2328493"/>
              <a:gd name="connsiteY1" fmla="*/ 794942 h 2164299"/>
              <a:gd name="connsiteX2" fmla="*/ 1047869 w 2328493"/>
              <a:gd name="connsiteY2" fmla="*/ 0 h 2164299"/>
              <a:gd name="connsiteX3" fmla="*/ 1295233 w 2328493"/>
              <a:gd name="connsiteY3" fmla="*/ 794942 h 2164299"/>
              <a:gd name="connsiteX4" fmla="*/ 2328493 w 2328493"/>
              <a:gd name="connsiteY4" fmla="*/ 540013 h 2164299"/>
              <a:gd name="connsiteX5" fmla="*/ 1448112 w 2328493"/>
              <a:gd name="connsiteY5" fmla="*/ 1286233 h 2164299"/>
              <a:gd name="connsiteX6" fmla="*/ 2111124 w 2328493"/>
              <a:gd name="connsiteY6" fmla="*/ 1981419 h 2164299"/>
              <a:gd name="connsiteX7" fmla="*/ 1047869 w 2328493"/>
              <a:gd name="connsiteY7" fmla="*/ 1589867 h 2164299"/>
              <a:gd name="connsiteX8" fmla="*/ 67741 w 2328493"/>
              <a:gd name="connsiteY8" fmla="*/ 2164299 h 2164299"/>
              <a:gd name="connsiteX9" fmla="*/ 647625 w 2328493"/>
              <a:gd name="connsiteY9" fmla="*/ 1286233 h 2164299"/>
              <a:gd name="connsiteX10" fmla="*/ 0 w 2328493"/>
              <a:gd name="connsiteY10" fmla="*/ 794937 h 2164299"/>
              <a:gd name="connsiteX0" fmla="*/ 0 w 2638834"/>
              <a:gd name="connsiteY0" fmla="*/ 407010 h 2164299"/>
              <a:gd name="connsiteX1" fmla="*/ 1110845 w 2638834"/>
              <a:gd name="connsiteY1" fmla="*/ 794942 h 2164299"/>
              <a:gd name="connsiteX2" fmla="*/ 1358210 w 2638834"/>
              <a:gd name="connsiteY2" fmla="*/ 0 h 2164299"/>
              <a:gd name="connsiteX3" fmla="*/ 1605574 w 2638834"/>
              <a:gd name="connsiteY3" fmla="*/ 794942 h 2164299"/>
              <a:gd name="connsiteX4" fmla="*/ 2638834 w 2638834"/>
              <a:gd name="connsiteY4" fmla="*/ 540013 h 2164299"/>
              <a:gd name="connsiteX5" fmla="*/ 1758453 w 2638834"/>
              <a:gd name="connsiteY5" fmla="*/ 1286233 h 2164299"/>
              <a:gd name="connsiteX6" fmla="*/ 2421465 w 2638834"/>
              <a:gd name="connsiteY6" fmla="*/ 1981419 h 2164299"/>
              <a:gd name="connsiteX7" fmla="*/ 1358210 w 2638834"/>
              <a:gd name="connsiteY7" fmla="*/ 1589867 h 2164299"/>
              <a:gd name="connsiteX8" fmla="*/ 378082 w 2638834"/>
              <a:gd name="connsiteY8" fmla="*/ 2164299 h 2164299"/>
              <a:gd name="connsiteX9" fmla="*/ 957966 w 2638834"/>
              <a:gd name="connsiteY9" fmla="*/ 1286233 h 2164299"/>
              <a:gd name="connsiteX10" fmla="*/ 0 w 2638834"/>
              <a:gd name="connsiteY10" fmla="*/ 407010 h 2164299"/>
              <a:gd name="connsiteX0" fmla="*/ 148390 w 2787224"/>
              <a:gd name="connsiteY0" fmla="*/ 407010 h 1981419"/>
              <a:gd name="connsiteX1" fmla="*/ 1259235 w 2787224"/>
              <a:gd name="connsiteY1" fmla="*/ 794942 h 1981419"/>
              <a:gd name="connsiteX2" fmla="*/ 1506600 w 2787224"/>
              <a:gd name="connsiteY2" fmla="*/ 0 h 1981419"/>
              <a:gd name="connsiteX3" fmla="*/ 1753964 w 2787224"/>
              <a:gd name="connsiteY3" fmla="*/ 794942 h 1981419"/>
              <a:gd name="connsiteX4" fmla="*/ 2787224 w 2787224"/>
              <a:gd name="connsiteY4" fmla="*/ 540013 h 1981419"/>
              <a:gd name="connsiteX5" fmla="*/ 1906843 w 2787224"/>
              <a:gd name="connsiteY5" fmla="*/ 1286233 h 1981419"/>
              <a:gd name="connsiteX6" fmla="*/ 2569855 w 2787224"/>
              <a:gd name="connsiteY6" fmla="*/ 1981419 h 1981419"/>
              <a:gd name="connsiteX7" fmla="*/ 1506600 w 2787224"/>
              <a:gd name="connsiteY7" fmla="*/ 1589867 h 1981419"/>
              <a:gd name="connsiteX8" fmla="*/ 0 w 2787224"/>
              <a:gd name="connsiteY8" fmla="*/ 1848416 h 1981419"/>
              <a:gd name="connsiteX9" fmla="*/ 1106356 w 2787224"/>
              <a:gd name="connsiteY9" fmla="*/ 1286233 h 1981419"/>
              <a:gd name="connsiteX10" fmla="*/ 148390 w 2787224"/>
              <a:gd name="connsiteY10" fmla="*/ 407010 h 1981419"/>
              <a:gd name="connsiteX0" fmla="*/ 0 w 2638834"/>
              <a:gd name="connsiteY0" fmla="*/ 407010 h 2020213"/>
              <a:gd name="connsiteX1" fmla="*/ 1110845 w 2638834"/>
              <a:gd name="connsiteY1" fmla="*/ 794942 h 2020213"/>
              <a:gd name="connsiteX2" fmla="*/ 1358210 w 2638834"/>
              <a:gd name="connsiteY2" fmla="*/ 0 h 2020213"/>
              <a:gd name="connsiteX3" fmla="*/ 1605574 w 2638834"/>
              <a:gd name="connsiteY3" fmla="*/ 794942 h 2020213"/>
              <a:gd name="connsiteX4" fmla="*/ 2638834 w 2638834"/>
              <a:gd name="connsiteY4" fmla="*/ 540013 h 2020213"/>
              <a:gd name="connsiteX5" fmla="*/ 1758453 w 2638834"/>
              <a:gd name="connsiteY5" fmla="*/ 1286233 h 2020213"/>
              <a:gd name="connsiteX6" fmla="*/ 2421465 w 2638834"/>
              <a:gd name="connsiteY6" fmla="*/ 1981419 h 2020213"/>
              <a:gd name="connsiteX7" fmla="*/ 1358210 w 2638834"/>
              <a:gd name="connsiteY7" fmla="*/ 1589867 h 2020213"/>
              <a:gd name="connsiteX8" fmla="*/ 239537 w 2638834"/>
              <a:gd name="connsiteY8" fmla="*/ 2020213 h 2020213"/>
              <a:gd name="connsiteX9" fmla="*/ 957966 w 2638834"/>
              <a:gd name="connsiteY9" fmla="*/ 1286233 h 2020213"/>
              <a:gd name="connsiteX10" fmla="*/ 0 w 2638834"/>
              <a:gd name="connsiteY10" fmla="*/ 407010 h 2020213"/>
              <a:gd name="connsiteX0" fmla="*/ 0 w 2638834"/>
              <a:gd name="connsiteY0" fmla="*/ 407010 h 2258511"/>
              <a:gd name="connsiteX1" fmla="*/ 1110845 w 2638834"/>
              <a:gd name="connsiteY1" fmla="*/ 794942 h 2258511"/>
              <a:gd name="connsiteX2" fmla="*/ 1358210 w 2638834"/>
              <a:gd name="connsiteY2" fmla="*/ 0 h 2258511"/>
              <a:gd name="connsiteX3" fmla="*/ 1605574 w 2638834"/>
              <a:gd name="connsiteY3" fmla="*/ 794942 h 2258511"/>
              <a:gd name="connsiteX4" fmla="*/ 2638834 w 2638834"/>
              <a:gd name="connsiteY4" fmla="*/ 540013 h 2258511"/>
              <a:gd name="connsiteX5" fmla="*/ 1758453 w 2638834"/>
              <a:gd name="connsiteY5" fmla="*/ 1286233 h 2258511"/>
              <a:gd name="connsiteX6" fmla="*/ 2421465 w 2638834"/>
              <a:gd name="connsiteY6" fmla="*/ 1981419 h 2258511"/>
              <a:gd name="connsiteX7" fmla="*/ 1358210 w 2638834"/>
              <a:gd name="connsiteY7" fmla="*/ 1589867 h 2258511"/>
              <a:gd name="connsiteX8" fmla="*/ 206286 w 2638834"/>
              <a:gd name="connsiteY8" fmla="*/ 2258511 h 2258511"/>
              <a:gd name="connsiteX9" fmla="*/ 957966 w 2638834"/>
              <a:gd name="connsiteY9" fmla="*/ 1286233 h 2258511"/>
              <a:gd name="connsiteX10" fmla="*/ 0 w 2638834"/>
              <a:gd name="connsiteY10" fmla="*/ 407010 h 2258511"/>
              <a:gd name="connsiteX0" fmla="*/ 0 w 2638834"/>
              <a:gd name="connsiteY0" fmla="*/ 407010 h 2258511"/>
              <a:gd name="connsiteX1" fmla="*/ 1110845 w 2638834"/>
              <a:gd name="connsiteY1" fmla="*/ 794942 h 2258511"/>
              <a:gd name="connsiteX2" fmla="*/ 1358210 w 2638834"/>
              <a:gd name="connsiteY2" fmla="*/ 0 h 2258511"/>
              <a:gd name="connsiteX3" fmla="*/ 1605574 w 2638834"/>
              <a:gd name="connsiteY3" fmla="*/ 794942 h 2258511"/>
              <a:gd name="connsiteX4" fmla="*/ 2638834 w 2638834"/>
              <a:gd name="connsiteY4" fmla="*/ 540013 h 2258511"/>
              <a:gd name="connsiteX5" fmla="*/ 1758453 w 2638834"/>
              <a:gd name="connsiteY5" fmla="*/ 1286233 h 2258511"/>
              <a:gd name="connsiteX6" fmla="*/ 2321712 w 2638834"/>
              <a:gd name="connsiteY6" fmla="*/ 2214176 h 2258511"/>
              <a:gd name="connsiteX7" fmla="*/ 1358210 w 2638834"/>
              <a:gd name="connsiteY7" fmla="*/ 1589867 h 2258511"/>
              <a:gd name="connsiteX8" fmla="*/ 206286 w 2638834"/>
              <a:gd name="connsiteY8" fmla="*/ 2258511 h 2258511"/>
              <a:gd name="connsiteX9" fmla="*/ 957966 w 2638834"/>
              <a:gd name="connsiteY9" fmla="*/ 1286233 h 2258511"/>
              <a:gd name="connsiteX10" fmla="*/ 0 w 2638834"/>
              <a:gd name="connsiteY10" fmla="*/ 407010 h 2258511"/>
              <a:gd name="connsiteX0" fmla="*/ 0 w 2721961"/>
              <a:gd name="connsiteY0" fmla="*/ 407010 h 2258511"/>
              <a:gd name="connsiteX1" fmla="*/ 1110845 w 2721961"/>
              <a:gd name="connsiteY1" fmla="*/ 794942 h 2258511"/>
              <a:gd name="connsiteX2" fmla="*/ 1358210 w 2721961"/>
              <a:gd name="connsiteY2" fmla="*/ 0 h 2258511"/>
              <a:gd name="connsiteX3" fmla="*/ 1605574 w 2721961"/>
              <a:gd name="connsiteY3" fmla="*/ 794942 h 2258511"/>
              <a:gd name="connsiteX4" fmla="*/ 2721961 w 2721961"/>
              <a:gd name="connsiteY4" fmla="*/ 684100 h 2258511"/>
              <a:gd name="connsiteX5" fmla="*/ 1758453 w 2721961"/>
              <a:gd name="connsiteY5" fmla="*/ 1286233 h 2258511"/>
              <a:gd name="connsiteX6" fmla="*/ 2321712 w 2721961"/>
              <a:gd name="connsiteY6" fmla="*/ 2214176 h 2258511"/>
              <a:gd name="connsiteX7" fmla="*/ 1358210 w 2721961"/>
              <a:gd name="connsiteY7" fmla="*/ 1589867 h 2258511"/>
              <a:gd name="connsiteX8" fmla="*/ 206286 w 2721961"/>
              <a:gd name="connsiteY8" fmla="*/ 2258511 h 2258511"/>
              <a:gd name="connsiteX9" fmla="*/ 957966 w 2721961"/>
              <a:gd name="connsiteY9" fmla="*/ 1286233 h 2258511"/>
              <a:gd name="connsiteX10" fmla="*/ 0 w 2721961"/>
              <a:gd name="connsiteY10" fmla="*/ 407010 h 2258511"/>
              <a:gd name="connsiteX0" fmla="*/ 0 w 2788462"/>
              <a:gd name="connsiteY0" fmla="*/ 584348 h 2258511"/>
              <a:gd name="connsiteX1" fmla="*/ 1177346 w 2788462"/>
              <a:gd name="connsiteY1" fmla="*/ 794942 h 2258511"/>
              <a:gd name="connsiteX2" fmla="*/ 1424711 w 2788462"/>
              <a:gd name="connsiteY2" fmla="*/ 0 h 2258511"/>
              <a:gd name="connsiteX3" fmla="*/ 1672075 w 2788462"/>
              <a:gd name="connsiteY3" fmla="*/ 794942 h 2258511"/>
              <a:gd name="connsiteX4" fmla="*/ 2788462 w 2788462"/>
              <a:gd name="connsiteY4" fmla="*/ 684100 h 2258511"/>
              <a:gd name="connsiteX5" fmla="*/ 1824954 w 2788462"/>
              <a:gd name="connsiteY5" fmla="*/ 1286233 h 2258511"/>
              <a:gd name="connsiteX6" fmla="*/ 2388213 w 2788462"/>
              <a:gd name="connsiteY6" fmla="*/ 2214176 h 2258511"/>
              <a:gd name="connsiteX7" fmla="*/ 1424711 w 2788462"/>
              <a:gd name="connsiteY7" fmla="*/ 1589867 h 2258511"/>
              <a:gd name="connsiteX8" fmla="*/ 272787 w 2788462"/>
              <a:gd name="connsiteY8" fmla="*/ 2258511 h 2258511"/>
              <a:gd name="connsiteX9" fmla="*/ 1024467 w 2788462"/>
              <a:gd name="connsiteY9" fmla="*/ 1286233 h 2258511"/>
              <a:gd name="connsiteX10" fmla="*/ 0 w 2788462"/>
              <a:gd name="connsiteY10" fmla="*/ 584348 h 2258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788462" h="2258511">
                <a:moveTo>
                  <a:pt x="0" y="584348"/>
                </a:moveTo>
                <a:lnTo>
                  <a:pt x="1177346" y="794942"/>
                </a:lnTo>
                <a:lnTo>
                  <a:pt x="1424711" y="0"/>
                </a:lnTo>
                <a:lnTo>
                  <a:pt x="1672075" y="794942"/>
                </a:lnTo>
                <a:lnTo>
                  <a:pt x="2788462" y="684100"/>
                </a:lnTo>
                <a:lnTo>
                  <a:pt x="1824954" y="1286233"/>
                </a:lnTo>
                <a:lnTo>
                  <a:pt x="2388213" y="2214176"/>
                </a:lnTo>
                <a:lnTo>
                  <a:pt x="1424711" y="1589867"/>
                </a:lnTo>
                <a:lnTo>
                  <a:pt x="272787" y="2258511"/>
                </a:lnTo>
                <a:lnTo>
                  <a:pt x="1024467" y="1286233"/>
                </a:lnTo>
                <a:lnTo>
                  <a:pt x="0" y="584348"/>
                </a:lnTo>
                <a:close/>
              </a:path>
            </a:pathLst>
          </a:cu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2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00B157-C404-4CEF-A101-B9E0A30BDD0B}"/>
              </a:ext>
            </a:extLst>
          </p:cNvPr>
          <p:cNvSpPr txBox="1"/>
          <p:nvPr/>
        </p:nvSpPr>
        <p:spPr>
          <a:xfrm>
            <a:off x="8337357" y="6302985"/>
            <a:ext cx="3854643" cy="273243"/>
          </a:xfrm>
          <a:prstGeom prst="rect">
            <a:avLst/>
          </a:prstGeom>
        </p:spPr>
        <p:txBody>
          <a:bodyPr vert="horz" wrap="square" lIns="121920" tIns="60960" rIns="121920" bIns="60960" rtlCol="0" anchor="t" anchorCtr="0">
            <a:noAutofit/>
          </a:bodyPr>
          <a:lstStyle/>
          <a:p>
            <a:r>
              <a:rPr lang="sv-SE" sz="1867" dirty="0" err="1"/>
              <a:t>Holliday</a:t>
            </a:r>
            <a:r>
              <a:rPr lang="sv-SE" sz="1867" dirty="0"/>
              <a:t> et al, 2010</a:t>
            </a:r>
          </a:p>
        </p:txBody>
      </p:sp>
      <p:pic>
        <p:nvPicPr>
          <p:cNvPr id="13" name="Picture 12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3CE91985-5891-48CF-BD85-2173894010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2201" y="540949"/>
            <a:ext cx="2447559" cy="2546473"/>
          </a:xfrm>
          <a:prstGeom prst="rect">
            <a:avLst/>
          </a:prstGeom>
        </p:spPr>
      </p:pic>
      <p:pic>
        <p:nvPicPr>
          <p:cNvPr id="4" name="Picture 3" descr="A close up of a dog&#10;&#10;Description automatically generated">
            <a:extLst>
              <a:ext uri="{FF2B5EF4-FFF2-40B4-BE49-F238E27FC236}">
                <a16:creationId xmlns:a16="http://schemas.microsoft.com/office/drawing/2014/main" id="{367A995C-3D26-50F0-E468-DBF2739A69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2169" y="4468306"/>
            <a:ext cx="1937732" cy="1816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264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48649-42C0-4B2E-A28E-A5A44694E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298" y="576475"/>
            <a:ext cx="7541962" cy="762000"/>
          </a:xfrm>
        </p:spPr>
        <p:txBody>
          <a:bodyPr/>
          <a:lstStyle/>
          <a:p>
            <a:pPr algn="ctr"/>
            <a:r>
              <a:rPr lang="sv-SE" b="1" dirty="0"/>
              <a:t>Culture star: </a:t>
            </a:r>
            <a:r>
              <a:rPr lang="sv-SE" b="1" dirty="0" err="1"/>
              <a:t>Name</a:t>
            </a:r>
            <a:endParaRPr lang="sv-SE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ABB423-6A2F-45A5-AF4F-B535B89E9404}"/>
              </a:ext>
            </a:extLst>
          </p:cNvPr>
          <p:cNvSpPr txBox="1"/>
          <p:nvPr/>
        </p:nvSpPr>
        <p:spPr>
          <a:xfrm>
            <a:off x="2654221" y="1653101"/>
            <a:ext cx="4332012" cy="880920"/>
          </a:xfrm>
          <a:prstGeom prst="rect">
            <a:avLst/>
          </a:prstGeom>
        </p:spPr>
        <p:txBody>
          <a:bodyPr vert="horz" wrap="square" lIns="121920" tIns="60960" rIns="121920" bIns="60960" rtlCol="0" anchor="t" anchorCtr="0">
            <a:noAutofit/>
          </a:bodyPr>
          <a:lstStyle/>
          <a:p>
            <a:r>
              <a:rPr lang="sv-SE" sz="2667" dirty="0" err="1"/>
              <a:t>Previous</a:t>
            </a:r>
            <a:r>
              <a:rPr lang="sv-SE" sz="2667" dirty="0"/>
              <a:t> studies</a:t>
            </a:r>
          </a:p>
          <a:p>
            <a:r>
              <a:rPr lang="sv-SE" sz="1600" dirty="0"/>
              <a:t>(</a:t>
            </a:r>
            <a:r>
              <a:rPr lang="sv-SE" sz="1600" dirty="0" err="1"/>
              <a:t>we</a:t>
            </a:r>
            <a:r>
              <a:rPr lang="sv-SE" sz="1600" dirty="0"/>
              <a:t> </a:t>
            </a:r>
            <a:r>
              <a:rPr lang="sv-SE" sz="1600" dirty="0" err="1"/>
              <a:t>know</a:t>
            </a:r>
            <a:r>
              <a:rPr lang="sv-SE" sz="1600" dirty="0"/>
              <a:t> </a:t>
            </a:r>
            <a:r>
              <a:rPr lang="sv-SE" sz="1600" dirty="0" err="1"/>
              <a:t>what</a:t>
            </a:r>
            <a:r>
              <a:rPr lang="sv-SE" sz="1600" dirty="0"/>
              <a:t> </a:t>
            </a:r>
            <a:r>
              <a:rPr lang="sv-SE" sz="1600" dirty="0" err="1"/>
              <a:t>you’re</a:t>
            </a:r>
            <a:r>
              <a:rPr lang="sv-SE" sz="1600" dirty="0"/>
              <a:t> </a:t>
            </a:r>
            <a:r>
              <a:rPr lang="sv-SE" sz="1600" dirty="0" err="1"/>
              <a:t>doing</a:t>
            </a:r>
            <a:r>
              <a:rPr lang="sv-SE" sz="1600" dirty="0"/>
              <a:t> </a:t>
            </a:r>
            <a:r>
              <a:rPr lang="sv-SE" sz="1600" dirty="0" err="1"/>
              <a:t>now</a:t>
            </a:r>
            <a:r>
              <a:rPr lang="sv-SE" sz="1600" dirty="0"/>
              <a:t> </a:t>
            </a:r>
            <a:r>
              <a:rPr lang="sv-SE" sz="1600" dirty="0" err="1"/>
              <a:t>but</a:t>
            </a:r>
            <a:r>
              <a:rPr lang="sv-SE" sz="1600" dirty="0"/>
              <a:t> </a:t>
            </a:r>
            <a:r>
              <a:rPr lang="sv-SE" sz="1600" dirty="0" err="1"/>
              <a:t>what</a:t>
            </a:r>
            <a:r>
              <a:rPr lang="sv-SE" sz="1600" dirty="0"/>
              <a:t> </a:t>
            </a:r>
            <a:r>
              <a:rPr lang="sv-SE" sz="1600" dirty="0" err="1"/>
              <a:t>about</a:t>
            </a:r>
            <a:r>
              <a:rPr lang="sv-SE" sz="1600" dirty="0"/>
              <a:t> </a:t>
            </a:r>
            <a:r>
              <a:rPr lang="sv-SE" sz="1600" dirty="0" err="1"/>
              <a:t>past</a:t>
            </a:r>
            <a:r>
              <a:rPr lang="sv-SE" sz="1600" dirty="0"/>
              <a:t> </a:t>
            </a:r>
            <a:r>
              <a:rPr lang="sv-SE" sz="1600"/>
              <a:t>study </a:t>
            </a:r>
            <a:r>
              <a:rPr lang="sv-SE" sz="1600" dirty="0" err="1"/>
              <a:t>experiences</a:t>
            </a:r>
            <a:r>
              <a:rPr lang="sv-SE" sz="1600" dirty="0"/>
              <a:t>?)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187499-BA96-4D9D-A68B-650174B77158}"/>
              </a:ext>
            </a:extLst>
          </p:cNvPr>
          <p:cNvSpPr txBox="1"/>
          <p:nvPr/>
        </p:nvSpPr>
        <p:spPr>
          <a:xfrm>
            <a:off x="7668497" y="2995826"/>
            <a:ext cx="3717949" cy="578177"/>
          </a:xfrm>
          <a:prstGeom prst="rect">
            <a:avLst/>
          </a:prstGeom>
        </p:spPr>
        <p:txBody>
          <a:bodyPr vert="horz" wrap="square" lIns="121920" tIns="60960" rIns="121920" bIns="60960" rtlCol="0" anchor="t" anchorCtr="0">
            <a:noAutofit/>
          </a:bodyPr>
          <a:lstStyle/>
          <a:p>
            <a:r>
              <a:rPr lang="sv-SE" sz="2667" dirty="0" err="1"/>
              <a:t>Significant</a:t>
            </a:r>
            <a:r>
              <a:rPr lang="sv-SE" sz="2667" dirty="0"/>
              <a:t> </a:t>
            </a:r>
            <a:r>
              <a:rPr lang="sv-SE" sz="2667" dirty="0" err="1"/>
              <a:t>family</a:t>
            </a:r>
            <a:r>
              <a:rPr lang="sv-SE" sz="2667" dirty="0"/>
              <a:t> relationships</a:t>
            </a:r>
          </a:p>
          <a:p>
            <a:r>
              <a:rPr lang="sv-SE" sz="1400" dirty="0"/>
              <a:t>(</a:t>
            </a:r>
            <a:r>
              <a:rPr lang="sv-SE" sz="1400" dirty="0" err="1"/>
              <a:t>I’ve</a:t>
            </a:r>
            <a:r>
              <a:rPr lang="sv-SE" sz="1400" dirty="0"/>
              <a:t> </a:t>
            </a:r>
            <a:r>
              <a:rPr lang="sv-SE" sz="1400" dirty="0" err="1"/>
              <a:t>highlighted</a:t>
            </a:r>
            <a:r>
              <a:rPr lang="sv-SE" sz="1400" dirty="0"/>
              <a:t> </a:t>
            </a:r>
            <a:r>
              <a:rPr lang="sv-SE" sz="1400" dirty="0" err="1"/>
              <a:t>being</a:t>
            </a:r>
            <a:r>
              <a:rPr lang="sv-SE" sz="1400" dirty="0"/>
              <a:t> a </a:t>
            </a:r>
            <a:r>
              <a:rPr lang="sv-SE" sz="1400" dirty="0" err="1"/>
              <a:t>mother</a:t>
            </a:r>
            <a:r>
              <a:rPr lang="sv-SE" sz="1400" dirty="0"/>
              <a:t> in my </a:t>
            </a:r>
            <a:r>
              <a:rPr lang="sv-SE" sz="1400" dirty="0" err="1"/>
              <a:t>case</a:t>
            </a:r>
            <a:r>
              <a:rPr lang="sv-SE" sz="1400" dirty="0"/>
              <a:t> </a:t>
            </a:r>
            <a:r>
              <a:rPr lang="sv-SE" sz="1400" dirty="0" err="1"/>
              <a:t>but</a:t>
            </a:r>
            <a:r>
              <a:rPr lang="sv-SE" sz="1400" dirty="0"/>
              <a:t> </a:t>
            </a:r>
            <a:r>
              <a:rPr lang="sv-SE" sz="1400" dirty="0" err="1"/>
              <a:t>you</a:t>
            </a:r>
            <a:r>
              <a:rPr lang="sv-SE" sz="1400" dirty="0"/>
              <a:t> </a:t>
            </a:r>
            <a:r>
              <a:rPr lang="sv-SE" sz="1400" dirty="0" err="1"/>
              <a:t>might</a:t>
            </a:r>
            <a:r>
              <a:rPr lang="sv-SE" sz="1400" dirty="0"/>
              <a:t> pick </a:t>
            </a:r>
            <a:r>
              <a:rPr lang="sv-SE" sz="1400" dirty="0" err="1"/>
              <a:t>something</a:t>
            </a:r>
            <a:r>
              <a:rPr lang="sv-SE" sz="1400" dirty="0"/>
              <a:t> </a:t>
            </a:r>
            <a:r>
              <a:rPr lang="sv-SE" sz="1400" dirty="0" err="1"/>
              <a:t>else</a:t>
            </a:r>
            <a:r>
              <a:rPr lang="sv-SE" sz="1400" dirty="0"/>
              <a:t> – or a different </a:t>
            </a:r>
            <a:r>
              <a:rPr lang="sv-SE" sz="1400" dirty="0" err="1"/>
              <a:t>category</a:t>
            </a:r>
            <a:r>
              <a:rPr lang="sv-SE" sz="1400" dirty="0"/>
              <a:t> </a:t>
            </a:r>
            <a:r>
              <a:rPr lang="sv-SE" sz="1400" dirty="0" err="1"/>
              <a:t>completely</a:t>
            </a:r>
            <a:r>
              <a:rPr lang="sv-SE" sz="1400" dirty="0"/>
              <a:t>!)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274DE7-37AA-43AA-A917-DE292B4D9107}"/>
              </a:ext>
            </a:extLst>
          </p:cNvPr>
          <p:cNvSpPr txBox="1"/>
          <p:nvPr/>
        </p:nvSpPr>
        <p:spPr>
          <a:xfrm>
            <a:off x="7426229" y="4334789"/>
            <a:ext cx="2042473" cy="578177"/>
          </a:xfrm>
          <a:prstGeom prst="rect">
            <a:avLst/>
          </a:prstGeom>
        </p:spPr>
        <p:txBody>
          <a:bodyPr vert="horz" wrap="square" lIns="121920" tIns="60960" rIns="121920" bIns="60960" rtlCol="0" anchor="t" anchorCtr="0">
            <a:noAutofit/>
          </a:bodyPr>
          <a:lstStyle/>
          <a:p>
            <a:endParaRPr lang="sv-SE" sz="2667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18AA9F-DE8F-4C45-B3CA-A61098C10173}"/>
              </a:ext>
            </a:extLst>
          </p:cNvPr>
          <p:cNvSpPr txBox="1"/>
          <p:nvPr/>
        </p:nvSpPr>
        <p:spPr>
          <a:xfrm>
            <a:off x="122297" y="3030785"/>
            <a:ext cx="3717949" cy="578177"/>
          </a:xfrm>
          <a:prstGeom prst="rect">
            <a:avLst/>
          </a:prstGeom>
        </p:spPr>
        <p:txBody>
          <a:bodyPr vert="horz" wrap="square" lIns="121920" tIns="60960" rIns="121920" bIns="60960" rtlCol="0" anchor="t" anchorCtr="0">
            <a:noAutofit/>
          </a:bodyPr>
          <a:lstStyle/>
          <a:p>
            <a:r>
              <a:rPr lang="sv-SE" sz="2667" dirty="0" err="1"/>
              <a:t>Work</a:t>
            </a:r>
            <a:r>
              <a:rPr lang="sv-SE" sz="2667" dirty="0"/>
              <a:t> </a:t>
            </a:r>
            <a:r>
              <a:rPr lang="sv-SE" sz="2667" dirty="0" err="1"/>
              <a:t>experience</a:t>
            </a:r>
            <a:r>
              <a:rPr lang="sv-SE" sz="2667" dirty="0"/>
              <a:t>?</a:t>
            </a:r>
          </a:p>
          <a:p>
            <a:r>
              <a:rPr lang="sv-SE" sz="1400" dirty="0"/>
              <a:t>If </a:t>
            </a:r>
            <a:r>
              <a:rPr lang="sv-SE" sz="1400" dirty="0" err="1"/>
              <a:t>you</a:t>
            </a:r>
            <a:r>
              <a:rPr lang="sv-SE" sz="1400" dirty="0"/>
              <a:t> </a:t>
            </a:r>
            <a:r>
              <a:rPr lang="sv-SE" sz="1400" dirty="0" err="1"/>
              <a:t>have</a:t>
            </a:r>
            <a:r>
              <a:rPr lang="sv-SE" sz="1400" dirty="0"/>
              <a:t> </a:t>
            </a:r>
            <a:r>
              <a:rPr lang="sv-SE" sz="1400" dirty="0" err="1"/>
              <a:t>any</a:t>
            </a:r>
            <a:r>
              <a:rPr lang="sv-SE" sz="1400" dirty="0"/>
              <a:t>..or make </a:t>
            </a:r>
            <a:r>
              <a:rPr lang="sv-SE" sz="1400" dirty="0" err="1"/>
              <a:t>up</a:t>
            </a:r>
            <a:r>
              <a:rPr lang="sv-SE" sz="1400" dirty="0"/>
              <a:t> </a:t>
            </a:r>
            <a:r>
              <a:rPr lang="sv-SE" sz="1400" dirty="0" err="1"/>
              <a:t>your</a:t>
            </a:r>
            <a:r>
              <a:rPr lang="sv-SE" sz="1400" dirty="0"/>
              <a:t> </a:t>
            </a:r>
            <a:r>
              <a:rPr lang="sv-SE" sz="1400" dirty="0" err="1"/>
              <a:t>own</a:t>
            </a:r>
            <a:r>
              <a:rPr lang="sv-SE" sz="1400" dirty="0"/>
              <a:t> </a:t>
            </a:r>
            <a:r>
              <a:rPr lang="sv-SE" sz="1400" dirty="0" err="1"/>
              <a:t>category</a:t>
            </a:r>
            <a:r>
              <a:rPr lang="sv-SE" sz="1400" dirty="0"/>
              <a:t> </a:t>
            </a:r>
            <a:r>
              <a:rPr lang="sv-SE" sz="1400" dirty="0" err="1"/>
              <a:t>here</a:t>
            </a:r>
            <a:endParaRPr lang="sv-SE" sz="1400" dirty="0"/>
          </a:p>
          <a:p>
            <a:endParaRPr lang="sv-SE" sz="2667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5F3E49-E6E6-4244-9DB4-485EB060883C}"/>
              </a:ext>
            </a:extLst>
          </p:cNvPr>
          <p:cNvSpPr txBox="1"/>
          <p:nvPr/>
        </p:nvSpPr>
        <p:spPr>
          <a:xfrm>
            <a:off x="565030" y="5301272"/>
            <a:ext cx="2989346" cy="578177"/>
          </a:xfrm>
          <a:prstGeom prst="rect">
            <a:avLst/>
          </a:prstGeom>
        </p:spPr>
        <p:txBody>
          <a:bodyPr vert="horz" wrap="square" lIns="121920" tIns="60960" rIns="121920" bIns="60960" rtlCol="0" anchor="t" anchorCtr="0">
            <a:noAutofit/>
          </a:bodyPr>
          <a:lstStyle/>
          <a:p>
            <a:r>
              <a:rPr lang="sv-SE" sz="2667" dirty="0" err="1"/>
              <a:t>Nationality</a:t>
            </a:r>
            <a:r>
              <a:rPr lang="sv-SE" sz="2667" dirty="0"/>
              <a:t> (</a:t>
            </a:r>
            <a:r>
              <a:rPr lang="sv-SE" sz="2667" dirty="0" err="1"/>
              <a:t>ies</a:t>
            </a:r>
            <a:r>
              <a:rPr lang="sv-SE" sz="2667" dirty="0"/>
              <a:t>)</a:t>
            </a:r>
          </a:p>
          <a:p>
            <a:r>
              <a:rPr lang="sv-SE" sz="1400" dirty="0"/>
              <a:t>(or </a:t>
            </a:r>
            <a:r>
              <a:rPr lang="sv-SE" sz="1400" dirty="0" err="1"/>
              <a:t>languages</a:t>
            </a:r>
            <a:r>
              <a:rPr lang="sv-SE" sz="1400" dirty="0"/>
              <a:t> </a:t>
            </a:r>
            <a:r>
              <a:rPr lang="sv-SE" sz="1400" dirty="0" err="1"/>
              <a:t>spoken</a:t>
            </a:r>
            <a:r>
              <a:rPr lang="sv-SE" sz="1400" dirty="0"/>
              <a:t>?)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F44B2F-AA52-4904-9FA9-519856498B23}"/>
              </a:ext>
            </a:extLst>
          </p:cNvPr>
          <p:cNvSpPr txBox="1"/>
          <p:nvPr/>
        </p:nvSpPr>
        <p:spPr>
          <a:xfrm>
            <a:off x="7336072" y="5007044"/>
            <a:ext cx="4629804" cy="723443"/>
          </a:xfrm>
          <a:prstGeom prst="rect">
            <a:avLst/>
          </a:prstGeom>
        </p:spPr>
        <p:txBody>
          <a:bodyPr vert="horz" wrap="square" lIns="121920" tIns="60960" rIns="121920" bIns="60960" rtlCol="0" anchor="t" anchorCtr="0">
            <a:noAutofit/>
          </a:bodyPr>
          <a:lstStyle/>
          <a:p>
            <a:r>
              <a:rPr lang="sv-SE" sz="2667" dirty="0" err="1"/>
              <a:t>Significant</a:t>
            </a:r>
            <a:r>
              <a:rPr lang="sv-SE" sz="2667" dirty="0"/>
              <a:t> </a:t>
            </a:r>
            <a:r>
              <a:rPr lang="sv-SE" sz="2667" dirty="0" err="1"/>
              <a:t>travel</a:t>
            </a:r>
            <a:r>
              <a:rPr lang="sv-SE" sz="2667" dirty="0"/>
              <a:t> </a:t>
            </a:r>
            <a:r>
              <a:rPr lang="sv-SE" sz="2667" dirty="0" err="1"/>
              <a:t>experience</a:t>
            </a:r>
            <a:endParaRPr lang="sv-SE" sz="2667" dirty="0"/>
          </a:p>
          <a:p>
            <a:r>
              <a:rPr lang="sv-SE" sz="1400" dirty="0"/>
              <a:t>(by ”</a:t>
            </a:r>
            <a:r>
              <a:rPr lang="sv-SE" sz="1400" dirty="0" err="1"/>
              <a:t>significant</a:t>
            </a:r>
            <a:r>
              <a:rPr lang="sv-SE" sz="1400" dirty="0"/>
              <a:t>” in </a:t>
            </a:r>
            <a:r>
              <a:rPr lang="sv-SE" sz="1400" dirty="0" err="1"/>
              <a:t>some</a:t>
            </a:r>
            <a:r>
              <a:rPr lang="sv-SE" sz="1400" dirty="0"/>
              <a:t> </a:t>
            </a:r>
            <a:r>
              <a:rPr lang="sv-SE" sz="1400" dirty="0" err="1"/>
              <a:t>way</a:t>
            </a:r>
            <a:r>
              <a:rPr lang="sv-SE" sz="1400" dirty="0"/>
              <a:t> i.e. </a:t>
            </a:r>
            <a:r>
              <a:rPr lang="sv-SE" sz="1400" dirty="0" err="1"/>
              <a:t>places</a:t>
            </a:r>
            <a:r>
              <a:rPr lang="sv-SE" sz="1400" dirty="0"/>
              <a:t> </a:t>
            </a:r>
            <a:r>
              <a:rPr lang="sv-SE" sz="1400" dirty="0" err="1"/>
              <a:t>you</a:t>
            </a:r>
            <a:r>
              <a:rPr lang="sv-SE" sz="1400" dirty="0"/>
              <a:t> ’ve </a:t>
            </a:r>
            <a:r>
              <a:rPr lang="sv-SE" sz="1400" dirty="0" err="1"/>
              <a:t>spent</a:t>
            </a:r>
            <a:r>
              <a:rPr lang="sv-SE" sz="1400" dirty="0"/>
              <a:t> </a:t>
            </a:r>
            <a:r>
              <a:rPr lang="sv-SE" sz="1400" dirty="0" err="1"/>
              <a:t>some</a:t>
            </a:r>
            <a:r>
              <a:rPr lang="sv-SE" sz="1400" dirty="0"/>
              <a:t> </a:t>
            </a:r>
            <a:r>
              <a:rPr lang="sv-SE" sz="1400" dirty="0" err="1"/>
              <a:t>time</a:t>
            </a:r>
            <a:r>
              <a:rPr lang="sv-SE" sz="1400" dirty="0"/>
              <a:t> in or </a:t>
            </a:r>
            <a:r>
              <a:rPr lang="sv-SE" sz="1400" dirty="0" err="1"/>
              <a:t>affected</a:t>
            </a:r>
            <a:r>
              <a:rPr lang="sv-SE" sz="1400" dirty="0"/>
              <a:t> </a:t>
            </a:r>
            <a:r>
              <a:rPr lang="sv-SE" sz="1400" dirty="0" err="1"/>
              <a:t>you</a:t>
            </a:r>
            <a:r>
              <a:rPr lang="sv-SE" sz="1400" dirty="0"/>
              <a:t> in </a:t>
            </a:r>
            <a:r>
              <a:rPr lang="sv-SE" sz="1400" dirty="0" err="1"/>
              <a:t>some</a:t>
            </a:r>
            <a:r>
              <a:rPr lang="sv-SE" sz="1400" dirty="0"/>
              <a:t> </a:t>
            </a:r>
            <a:r>
              <a:rPr lang="sv-SE" sz="1400" dirty="0" err="1"/>
              <a:t>way</a:t>
            </a:r>
            <a:r>
              <a:rPr lang="sv-SE" sz="1400" dirty="0"/>
              <a:t>?)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BEAB00-4E3A-4627-9305-5B2932F6486B}"/>
              </a:ext>
            </a:extLst>
          </p:cNvPr>
          <p:cNvSpPr txBox="1"/>
          <p:nvPr/>
        </p:nvSpPr>
        <p:spPr>
          <a:xfrm>
            <a:off x="4656842" y="3714161"/>
            <a:ext cx="1439159" cy="754144"/>
          </a:xfrm>
          <a:prstGeom prst="rect">
            <a:avLst/>
          </a:prstGeom>
        </p:spPr>
        <p:txBody>
          <a:bodyPr vert="horz" wrap="square" lIns="121920" tIns="60960" rIns="121920" bIns="60960" rtlCol="0" anchor="t" anchorCtr="0">
            <a:noAutofit/>
          </a:bodyPr>
          <a:lstStyle/>
          <a:p>
            <a:r>
              <a:rPr lang="sv-SE" sz="2667" dirty="0">
                <a:solidFill>
                  <a:schemeClr val="bg2"/>
                </a:solidFill>
              </a:rPr>
              <a:t>Becky</a:t>
            </a:r>
          </a:p>
        </p:txBody>
      </p:sp>
      <p:sp>
        <p:nvSpPr>
          <p:cNvPr id="14" name="Star: 5 Points 13">
            <a:extLst>
              <a:ext uri="{FF2B5EF4-FFF2-40B4-BE49-F238E27FC236}">
                <a16:creationId xmlns:a16="http://schemas.microsoft.com/office/drawing/2014/main" id="{807927C0-0395-4A14-BCA4-CC8A947D2B8C}"/>
              </a:ext>
            </a:extLst>
          </p:cNvPr>
          <p:cNvSpPr/>
          <p:nvPr/>
        </p:nvSpPr>
        <p:spPr>
          <a:xfrm>
            <a:off x="3728426" y="2813217"/>
            <a:ext cx="3717949" cy="3011348"/>
          </a:xfrm>
          <a:custGeom>
            <a:avLst/>
            <a:gdLst>
              <a:gd name="connsiteX0" fmla="*/ 2 w 2095741"/>
              <a:gd name="connsiteY0" fmla="*/ 794937 h 2081177"/>
              <a:gd name="connsiteX1" fmla="*/ 800506 w 2095741"/>
              <a:gd name="connsiteY1" fmla="*/ 794942 h 2081177"/>
              <a:gd name="connsiteX2" fmla="*/ 1047871 w 2095741"/>
              <a:gd name="connsiteY2" fmla="*/ 0 h 2081177"/>
              <a:gd name="connsiteX3" fmla="*/ 1295235 w 2095741"/>
              <a:gd name="connsiteY3" fmla="*/ 794942 h 2081177"/>
              <a:gd name="connsiteX4" fmla="*/ 2095739 w 2095741"/>
              <a:gd name="connsiteY4" fmla="*/ 794937 h 2081177"/>
              <a:gd name="connsiteX5" fmla="*/ 1448114 w 2095741"/>
              <a:gd name="connsiteY5" fmla="*/ 1286233 h 2081177"/>
              <a:gd name="connsiteX6" fmla="*/ 1695489 w 2095741"/>
              <a:gd name="connsiteY6" fmla="*/ 2081172 h 2081177"/>
              <a:gd name="connsiteX7" fmla="*/ 1047871 w 2095741"/>
              <a:gd name="connsiteY7" fmla="*/ 1589867 h 2081177"/>
              <a:gd name="connsiteX8" fmla="*/ 400252 w 2095741"/>
              <a:gd name="connsiteY8" fmla="*/ 2081172 h 2081177"/>
              <a:gd name="connsiteX9" fmla="*/ 647627 w 2095741"/>
              <a:gd name="connsiteY9" fmla="*/ 1286233 h 2081177"/>
              <a:gd name="connsiteX10" fmla="*/ 2 w 2095741"/>
              <a:gd name="connsiteY10" fmla="*/ 794937 h 2081177"/>
              <a:gd name="connsiteX0" fmla="*/ 0 w 2328493"/>
              <a:gd name="connsiteY0" fmla="*/ 794937 h 2081172"/>
              <a:gd name="connsiteX1" fmla="*/ 800504 w 2328493"/>
              <a:gd name="connsiteY1" fmla="*/ 794942 h 2081172"/>
              <a:gd name="connsiteX2" fmla="*/ 1047869 w 2328493"/>
              <a:gd name="connsiteY2" fmla="*/ 0 h 2081172"/>
              <a:gd name="connsiteX3" fmla="*/ 1295233 w 2328493"/>
              <a:gd name="connsiteY3" fmla="*/ 794942 h 2081172"/>
              <a:gd name="connsiteX4" fmla="*/ 2328493 w 2328493"/>
              <a:gd name="connsiteY4" fmla="*/ 540013 h 2081172"/>
              <a:gd name="connsiteX5" fmla="*/ 1448112 w 2328493"/>
              <a:gd name="connsiteY5" fmla="*/ 1286233 h 2081172"/>
              <a:gd name="connsiteX6" fmla="*/ 1695487 w 2328493"/>
              <a:gd name="connsiteY6" fmla="*/ 2081172 h 2081172"/>
              <a:gd name="connsiteX7" fmla="*/ 1047869 w 2328493"/>
              <a:gd name="connsiteY7" fmla="*/ 1589867 h 2081172"/>
              <a:gd name="connsiteX8" fmla="*/ 400250 w 2328493"/>
              <a:gd name="connsiteY8" fmla="*/ 2081172 h 2081172"/>
              <a:gd name="connsiteX9" fmla="*/ 647625 w 2328493"/>
              <a:gd name="connsiteY9" fmla="*/ 1286233 h 2081172"/>
              <a:gd name="connsiteX10" fmla="*/ 0 w 2328493"/>
              <a:gd name="connsiteY10" fmla="*/ 794937 h 2081172"/>
              <a:gd name="connsiteX0" fmla="*/ 0 w 2328493"/>
              <a:gd name="connsiteY0" fmla="*/ 794937 h 2081172"/>
              <a:gd name="connsiteX1" fmla="*/ 800504 w 2328493"/>
              <a:gd name="connsiteY1" fmla="*/ 794942 h 2081172"/>
              <a:gd name="connsiteX2" fmla="*/ 1047869 w 2328493"/>
              <a:gd name="connsiteY2" fmla="*/ 0 h 2081172"/>
              <a:gd name="connsiteX3" fmla="*/ 1295233 w 2328493"/>
              <a:gd name="connsiteY3" fmla="*/ 794942 h 2081172"/>
              <a:gd name="connsiteX4" fmla="*/ 2328493 w 2328493"/>
              <a:gd name="connsiteY4" fmla="*/ 540013 h 2081172"/>
              <a:gd name="connsiteX5" fmla="*/ 1448112 w 2328493"/>
              <a:gd name="connsiteY5" fmla="*/ 1286233 h 2081172"/>
              <a:gd name="connsiteX6" fmla="*/ 2111124 w 2328493"/>
              <a:gd name="connsiteY6" fmla="*/ 1981419 h 2081172"/>
              <a:gd name="connsiteX7" fmla="*/ 1047869 w 2328493"/>
              <a:gd name="connsiteY7" fmla="*/ 1589867 h 2081172"/>
              <a:gd name="connsiteX8" fmla="*/ 400250 w 2328493"/>
              <a:gd name="connsiteY8" fmla="*/ 2081172 h 2081172"/>
              <a:gd name="connsiteX9" fmla="*/ 647625 w 2328493"/>
              <a:gd name="connsiteY9" fmla="*/ 1286233 h 2081172"/>
              <a:gd name="connsiteX10" fmla="*/ 0 w 2328493"/>
              <a:gd name="connsiteY10" fmla="*/ 794937 h 2081172"/>
              <a:gd name="connsiteX0" fmla="*/ 0 w 2328493"/>
              <a:gd name="connsiteY0" fmla="*/ 794937 h 2164299"/>
              <a:gd name="connsiteX1" fmla="*/ 800504 w 2328493"/>
              <a:gd name="connsiteY1" fmla="*/ 794942 h 2164299"/>
              <a:gd name="connsiteX2" fmla="*/ 1047869 w 2328493"/>
              <a:gd name="connsiteY2" fmla="*/ 0 h 2164299"/>
              <a:gd name="connsiteX3" fmla="*/ 1295233 w 2328493"/>
              <a:gd name="connsiteY3" fmla="*/ 794942 h 2164299"/>
              <a:gd name="connsiteX4" fmla="*/ 2328493 w 2328493"/>
              <a:gd name="connsiteY4" fmla="*/ 540013 h 2164299"/>
              <a:gd name="connsiteX5" fmla="*/ 1448112 w 2328493"/>
              <a:gd name="connsiteY5" fmla="*/ 1286233 h 2164299"/>
              <a:gd name="connsiteX6" fmla="*/ 2111124 w 2328493"/>
              <a:gd name="connsiteY6" fmla="*/ 1981419 h 2164299"/>
              <a:gd name="connsiteX7" fmla="*/ 1047869 w 2328493"/>
              <a:gd name="connsiteY7" fmla="*/ 1589867 h 2164299"/>
              <a:gd name="connsiteX8" fmla="*/ 67741 w 2328493"/>
              <a:gd name="connsiteY8" fmla="*/ 2164299 h 2164299"/>
              <a:gd name="connsiteX9" fmla="*/ 647625 w 2328493"/>
              <a:gd name="connsiteY9" fmla="*/ 1286233 h 2164299"/>
              <a:gd name="connsiteX10" fmla="*/ 0 w 2328493"/>
              <a:gd name="connsiteY10" fmla="*/ 794937 h 2164299"/>
              <a:gd name="connsiteX0" fmla="*/ 0 w 2638834"/>
              <a:gd name="connsiteY0" fmla="*/ 407010 h 2164299"/>
              <a:gd name="connsiteX1" fmla="*/ 1110845 w 2638834"/>
              <a:gd name="connsiteY1" fmla="*/ 794942 h 2164299"/>
              <a:gd name="connsiteX2" fmla="*/ 1358210 w 2638834"/>
              <a:gd name="connsiteY2" fmla="*/ 0 h 2164299"/>
              <a:gd name="connsiteX3" fmla="*/ 1605574 w 2638834"/>
              <a:gd name="connsiteY3" fmla="*/ 794942 h 2164299"/>
              <a:gd name="connsiteX4" fmla="*/ 2638834 w 2638834"/>
              <a:gd name="connsiteY4" fmla="*/ 540013 h 2164299"/>
              <a:gd name="connsiteX5" fmla="*/ 1758453 w 2638834"/>
              <a:gd name="connsiteY5" fmla="*/ 1286233 h 2164299"/>
              <a:gd name="connsiteX6" fmla="*/ 2421465 w 2638834"/>
              <a:gd name="connsiteY6" fmla="*/ 1981419 h 2164299"/>
              <a:gd name="connsiteX7" fmla="*/ 1358210 w 2638834"/>
              <a:gd name="connsiteY7" fmla="*/ 1589867 h 2164299"/>
              <a:gd name="connsiteX8" fmla="*/ 378082 w 2638834"/>
              <a:gd name="connsiteY8" fmla="*/ 2164299 h 2164299"/>
              <a:gd name="connsiteX9" fmla="*/ 957966 w 2638834"/>
              <a:gd name="connsiteY9" fmla="*/ 1286233 h 2164299"/>
              <a:gd name="connsiteX10" fmla="*/ 0 w 2638834"/>
              <a:gd name="connsiteY10" fmla="*/ 407010 h 2164299"/>
              <a:gd name="connsiteX0" fmla="*/ 148390 w 2787224"/>
              <a:gd name="connsiteY0" fmla="*/ 407010 h 1981419"/>
              <a:gd name="connsiteX1" fmla="*/ 1259235 w 2787224"/>
              <a:gd name="connsiteY1" fmla="*/ 794942 h 1981419"/>
              <a:gd name="connsiteX2" fmla="*/ 1506600 w 2787224"/>
              <a:gd name="connsiteY2" fmla="*/ 0 h 1981419"/>
              <a:gd name="connsiteX3" fmla="*/ 1753964 w 2787224"/>
              <a:gd name="connsiteY3" fmla="*/ 794942 h 1981419"/>
              <a:gd name="connsiteX4" fmla="*/ 2787224 w 2787224"/>
              <a:gd name="connsiteY4" fmla="*/ 540013 h 1981419"/>
              <a:gd name="connsiteX5" fmla="*/ 1906843 w 2787224"/>
              <a:gd name="connsiteY5" fmla="*/ 1286233 h 1981419"/>
              <a:gd name="connsiteX6" fmla="*/ 2569855 w 2787224"/>
              <a:gd name="connsiteY6" fmla="*/ 1981419 h 1981419"/>
              <a:gd name="connsiteX7" fmla="*/ 1506600 w 2787224"/>
              <a:gd name="connsiteY7" fmla="*/ 1589867 h 1981419"/>
              <a:gd name="connsiteX8" fmla="*/ 0 w 2787224"/>
              <a:gd name="connsiteY8" fmla="*/ 1848416 h 1981419"/>
              <a:gd name="connsiteX9" fmla="*/ 1106356 w 2787224"/>
              <a:gd name="connsiteY9" fmla="*/ 1286233 h 1981419"/>
              <a:gd name="connsiteX10" fmla="*/ 148390 w 2787224"/>
              <a:gd name="connsiteY10" fmla="*/ 407010 h 1981419"/>
              <a:gd name="connsiteX0" fmla="*/ 0 w 2638834"/>
              <a:gd name="connsiteY0" fmla="*/ 407010 h 2020213"/>
              <a:gd name="connsiteX1" fmla="*/ 1110845 w 2638834"/>
              <a:gd name="connsiteY1" fmla="*/ 794942 h 2020213"/>
              <a:gd name="connsiteX2" fmla="*/ 1358210 w 2638834"/>
              <a:gd name="connsiteY2" fmla="*/ 0 h 2020213"/>
              <a:gd name="connsiteX3" fmla="*/ 1605574 w 2638834"/>
              <a:gd name="connsiteY3" fmla="*/ 794942 h 2020213"/>
              <a:gd name="connsiteX4" fmla="*/ 2638834 w 2638834"/>
              <a:gd name="connsiteY4" fmla="*/ 540013 h 2020213"/>
              <a:gd name="connsiteX5" fmla="*/ 1758453 w 2638834"/>
              <a:gd name="connsiteY5" fmla="*/ 1286233 h 2020213"/>
              <a:gd name="connsiteX6" fmla="*/ 2421465 w 2638834"/>
              <a:gd name="connsiteY6" fmla="*/ 1981419 h 2020213"/>
              <a:gd name="connsiteX7" fmla="*/ 1358210 w 2638834"/>
              <a:gd name="connsiteY7" fmla="*/ 1589867 h 2020213"/>
              <a:gd name="connsiteX8" fmla="*/ 239537 w 2638834"/>
              <a:gd name="connsiteY8" fmla="*/ 2020213 h 2020213"/>
              <a:gd name="connsiteX9" fmla="*/ 957966 w 2638834"/>
              <a:gd name="connsiteY9" fmla="*/ 1286233 h 2020213"/>
              <a:gd name="connsiteX10" fmla="*/ 0 w 2638834"/>
              <a:gd name="connsiteY10" fmla="*/ 407010 h 2020213"/>
              <a:gd name="connsiteX0" fmla="*/ 0 w 2638834"/>
              <a:gd name="connsiteY0" fmla="*/ 407010 h 2258511"/>
              <a:gd name="connsiteX1" fmla="*/ 1110845 w 2638834"/>
              <a:gd name="connsiteY1" fmla="*/ 794942 h 2258511"/>
              <a:gd name="connsiteX2" fmla="*/ 1358210 w 2638834"/>
              <a:gd name="connsiteY2" fmla="*/ 0 h 2258511"/>
              <a:gd name="connsiteX3" fmla="*/ 1605574 w 2638834"/>
              <a:gd name="connsiteY3" fmla="*/ 794942 h 2258511"/>
              <a:gd name="connsiteX4" fmla="*/ 2638834 w 2638834"/>
              <a:gd name="connsiteY4" fmla="*/ 540013 h 2258511"/>
              <a:gd name="connsiteX5" fmla="*/ 1758453 w 2638834"/>
              <a:gd name="connsiteY5" fmla="*/ 1286233 h 2258511"/>
              <a:gd name="connsiteX6" fmla="*/ 2421465 w 2638834"/>
              <a:gd name="connsiteY6" fmla="*/ 1981419 h 2258511"/>
              <a:gd name="connsiteX7" fmla="*/ 1358210 w 2638834"/>
              <a:gd name="connsiteY7" fmla="*/ 1589867 h 2258511"/>
              <a:gd name="connsiteX8" fmla="*/ 206286 w 2638834"/>
              <a:gd name="connsiteY8" fmla="*/ 2258511 h 2258511"/>
              <a:gd name="connsiteX9" fmla="*/ 957966 w 2638834"/>
              <a:gd name="connsiteY9" fmla="*/ 1286233 h 2258511"/>
              <a:gd name="connsiteX10" fmla="*/ 0 w 2638834"/>
              <a:gd name="connsiteY10" fmla="*/ 407010 h 2258511"/>
              <a:gd name="connsiteX0" fmla="*/ 0 w 2638834"/>
              <a:gd name="connsiteY0" fmla="*/ 407010 h 2258511"/>
              <a:gd name="connsiteX1" fmla="*/ 1110845 w 2638834"/>
              <a:gd name="connsiteY1" fmla="*/ 794942 h 2258511"/>
              <a:gd name="connsiteX2" fmla="*/ 1358210 w 2638834"/>
              <a:gd name="connsiteY2" fmla="*/ 0 h 2258511"/>
              <a:gd name="connsiteX3" fmla="*/ 1605574 w 2638834"/>
              <a:gd name="connsiteY3" fmla="*/ 794942 h 2258511"/>
              <a:gd name="connsiteX4" fmla="*/ 2638834 w 2638834"/>
              <a:gd name="connsiteY4" fmla="*/ 540013 h 2258511"/>
              <a:gd name="connsiteX5" fmla="*/ 1758453 w 2638834"/>
              <a:gd name="connsiteY5" fmla="*/ 1286233 h 2258511"/>
              <a:gd name="connsiteX6" fmla="*/ 2321712 w 2638834"/>
              <a:gd name="connsiteY6" fmla="*/ 2214176 h 2258511"/>
              <a:gd name="connsiteX7" fmla="*/ 1358210 w 2638834"/>
              <a:gd name="connsiteY7" fmla="*/ 1589867 h 2258511"/>
              <a:gd name="connsiteX8" fmla="*/ 206286 w 2638834"/>
              <a:gd name="connsiteY8" fmla="*/ 2258511 h 2258511"/>
              <a:gd name="connsiteX9" fmla="*/ 957966 w 2638834"/>
              <a:gd name="connsiteY9" fmla="*/ 1286233 h 2258511"/>
              <a:gd name="connsiteX10" fmla="*/ 0 w 2638834"/>
              <a:gd name="connsiteY10" fmla="*/ 407010 h 2258511"/>
              <a:gd name="connsiteX0" fmla="*/ 0 w 2721961"/>
              <a:gd name="connsiteY0" fmla="*/ 407010 h 2258511"/>
              <a:gd name="connsiteX1" fmla="*/ 1110845 w 2721961"/>
              <a:gd name="connsiteY1" fmla="*/ 794942 h 2258511"/>
              <a:gd name="connsiteX2" fmla="*/ 1358210 w 2721961"/>
              <a:gd name="connsiteY2" fmla="*/ 0 h 2258511"/>
              <a:gd name="connsiteX3" fmla="*/ 1605574 w 2721961"/>
              <a:gd name="connsiteY3" fmla="*/ 794942 h 2258511"/>
              <a:gd name="connsiteX4" fmla="*/ 2721961 w 2721961"/>
              <a:gd name="connsiteY4" fmla="*/ 684100 h 2258511"/>
              <a:gd name="connsiteX5" fmla="*/ 1758453 w 2721961"/>
              <a:gd name="connsiteY5" fmla="*/ 1286233 h 2258511"/>
              <a:gd name="connsiteX6" fmla="*/ 2321712 w 2721961"/>
              <a:gd name="connsiteY6" fmla="*/ 2214176 h 2258511"/>
              <a:gd name="connsiteX7" fmla="*/ 1358210 w 2721961"/>
              <a:gd name="connsiteY7" fmla="*/ 1589867 h 2258511"/>
              <a:gd name="connsiteX8" fmla="*/ 206286 w 2721961"/>
              <a:gd name="connsiteY8" fmla="*/ 2258511 h 2258511"/>
              <a:gd name="connsiteX9" fmla="*/ 957966 w 2721961"/>
              <a:gd name="connsiteY9" fmla="*/ 1286233 h 2258511"/>
              <a:gd name="connsiteX10" fmla="*/ 0 w 2721961"/>
              <a:gd name="connsiteY10" fmla="*/ 407010 h 2258511"/>
              <a:gd name="connsiteX0" fmla="*/ 0 w 2788462"/>
              <a:gd name="connsiteY0" fmla="*/ 584348 h 2258511"/>
              <a:gd name="connsiteX1" fmla="*/ 1177346 w 2788462"/>
              <a:gd name="connsiteY1" fmla="*/ 794942 h 2258511"/>
              <a:gd name="connsiteX2" fmla="*/ 1424711 w 2788462"/>
              <a:gd name="connsiteY2" fmla="*/ 0 h 2258511"/>
              <a:gd name="connsiteX3" fmla="*/ 1672075 w 2788462"/>
              <a:gd name="connsiteY3" fmla="*/ 794942 h 2258511"/>
              <a:gd name="connsiteX4" fmla="*/ 2788462 w 2788462"/>
              <a:gd name="connsiteY4" fmla="*/ 684100 h 2258511"/>
              <a:gd name="connsiteX5" fmla="*/ 1824954 w 2788462"/>
              <a:gd name="connsiteY5" fmla="*/ 1286233 h 2258511"/>
              <a:gd name="connsiteX6" fmla="*/ 2388213 w 2788462"/>
              <a:gd name="connsiteY6" fmla="*/ 2214176 h 2258511"/>
              <a:gd name="connsiteX7" fmla="*/ 1424711 w 2788462"/>
              <a:gd name="connsiteY7" fmla="*/ 1589867 h 2258511"/>
              <a:gd name="connsiteX8" fmla="*/ 272787 w 2788462"/>
              <a:gd name="connsiteY8" fmla="*/ 2258511 h 2258511"/>
              <a:gd name="connsiteX9" fmla="*/ 1024467 w 2788462"/>
              <a:gd name="connsiteY9" fmla="*/ 1286233 h 2258511"/>
              <a:gd name="connsiteX10" fmla="*/ 0 w 2788462"/>
              <a:gd name="connsiteY10" fmla="*/ 584348 h 2258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788462" h="2258511">
                <a:moveTo>
                  <a:pt x="0" y="584348"/>
                </a:moveTo>
                <a:lnTo>
                  <a:pt x="1177346" y="794942"/>
                </a:lnTo>
                <a:lnTo>
                  <a:pt x="1424711" y="0"/>
                </a:lnTo>
                <a:lnTo>
                  <a:pt x="1672075" y="794942"/>
                </a:lnTo>
                <a:lnTo>
                  <a:pt x="2788462" y="684100"/>
                </a:lnTo>
                <a:lnTo>
                  <a:pt x="1824954" y="1286233"/>
                </a:lnTo>
                <a:lnTo>
                  <a:pt x="2388213" y="2214176"/>
                </a:lnTo>
                <a:lnTo>
                  <a:pt x="1424711" y="1589867"/>
                </a:lnTo>
                <a:lnTo>
                  <a:pt x="272787" y="2258511"/>
                </a:lnTo>
                <a:lnTo>
                  <a:pt x="1024467" y="1286233"/>
                </a:lnTo>
                <a:lnTo>
                  <a:pt x="0" y="584348"/>
                </a:lnTo>
                <a:close/>
              </a:path>
            </a:pathLst>
          </a:cu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00B157-C404-4CEF-A101-B9E0A30BDD0B}"/>
              </a:ext>
            </a:extLst>
          </p:cNvPr>
          <p:cNvSpPr txBox="1"/>
          <p:nvPr/>
        </p:nvSpPr>
        <p:spPr>
          <a:xfrm>
            <a:off x="8337357" y="6302984"/>
            <a:ext cx="3854643" cy="273243"/>
          </a:xfrm>
          <a:prstGeom prst="rect">
            <a:avLst/>
          </a:prstGeom>
        </p:spPr>
        <p:txBody>
          <a:bodyPr vert="horz" wrap="square" lIns="121920" tIns="60960" rIns="121920" bIns="60960" rtlCol="0" anchor="t" anchorCtr="0">
            <a:noAutofit/>
          </a:bodyPr>
          <a:lstStyle/>
          <a:p>
            <a:r>
              <a:rPr lang="sv-SE" sz="1867" dirty="0" err="1"/>
              <a:t>Holliday</a:t>
            </a:r>
            <a:r>
              <a:rPr lang="sv-SE" sz="1867" dirty="0"/>
              <a:t> et al, 2010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A77377-4461-40DD-8BFC-2DA14782F95E}"/>
              </a:ext>
            </a:extLst>
          </p:cNvPr>
          <p:cNvSpPr txBox="1"/>
          <p:nvPr/>
        </p:nvSpPr>
        <p:spPr>
          <a:xfrm>
            <a:off x="6986233" y="120822"/>
            <a:ext cx="5082476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sv-SE"/>
              <a:t>Note</a:t>
            </a:r>
            <a:r>
              <a:rPr lang="sv-SE" dirty="0"/>
              <a:t>: </a:t>
            </a:r>
          </a:p>
          <a:p>
            <a:r>
              <a:rPr lang="sv-SE" dirty="0" err="1"/>
              <a:t>You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</a:t>
            </a:r>
            <a:r>
              <a:rPr lang="sv-SE" dirty="0" err="1"/>
              <a:t>change</a:t>
            </a:r>
            <a:r>
              <a:rPr lang="sv-SE" dirty="0"/>
              <a:t> </a:t>
            </a:r>
            <a:r>
              <a:rPr lang="sv-SE" dirty="0" err="1"/>
              <a:t>any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the </a:t>
            </a:r>
            <a:r>
              <a:rPr lang="sv-SE" dirty="0" err="1"/>
              <a:t>categories</a:t>
            </a:r>
            <a:r>
              <a:rPr lang="sv-SE" dirty="0"/>
              <a:t> </a:t>
            </a:r>
            <a:r>
              <a:rPr lang="sv-SE" dirty="0" err="1"/>
              <a:t>here</a:t>
            </a:r>
            <a:r>
              <a:rPr lang="sv-SE" dirty="0"/>
              <a:t> to </a:t>
            </a:r>
            <a:r>
              <a:rPr lang="sv-SE" dirty="0" err="1"/>
              <a:t>something</a:t>
            </a:r>
            <a:r>
              <a:rPr lang="sv-SE" dirty="0"/>
              <a:t> </a:t>
            </a:r>
            <a:r>
              <a:rPr lang="sv-SE" dirty="0" err="1"/>
              <a:t>that</a:t>
            </a:r>
            <a:r>
              <a:rPr lang="sv-SE" dirty="0"/>
              <a:t> </a:t>
            </a:r>
            <a:r>
              <a:rPr lang="sv-SE" dirty="0" err="1"/>
              <a:t>feels</a:t>
            </a:r>
            <a:r>
              <a:rPr lang="sv-SE" dirty="0"/>
              <a:t> </a:t>
            </a:r>
            <a:r>
              <a:rPr lang="sv-SE" dirty="0" err="1"/>
              <a:t>more</a:t>
            </a:r>
            <a:r>
              <a:rPr lang="sv-SE" dirty="0"/>
              <a:t> relevant </a:t>
            </a:r>
            <a:r>
              <a:rPr lang="sv-SE" dirty="0" err="1"/>
              <a:t>e.g</a:t>
            </a:r>
            <a:r>
              <a:rPr lang="sv-SE" dirty="0"/>
              <a:t>. </a:t>
            </a:r>
            <a:r>
              <a:rPr lang="sv-SE" dirty="0" err="1"/>
              <a:t>hobbies</a:t>
            </a:r>
            <a:r>
              <a:rPr lang="sv-SE" dirty="0"/>
              <a:t>? Interests? </a:t>
            </a:r>
            <a:r>
              <a:rPr lang="sv-SE" dirty="0" err="1"/>
              <a:t>Favourite</a:t>
            </a:r>
            <a:r>
              <a:rPr lang="sv-SE" dirty="0"/>
              <a:t> </a:t>
            </a:r>
            <a:r>
              <a:rPr lang="sv-SE" dirty="0" err="1"/>
              <a:t>food</a:t>
            </a:r>
            <a:r>
              <a:rPr lang="sv-SE" dirty="0"/>
              <a:t>? </a:t>
            </a:r>
            <a:r>
              <a:rPr lang="sv-SE" dirty="0" err="1"/>
              <a:t>Something</a:t>
            </a:r>
            <a:r>
              <a:rPr lang="sv-SE" dirty="0"/>
              <a:t> </a:t>
            </a:r>
            <a:r>
              <a:rPr lang="sv-SE" dirty="0" err="1"/>
              <a:t>else</a:t>
            </a:r>
            <a:r>
              <a:rPr lang="sv-SE" dirty="0"/>
              <a:t>? </a:t>
            </a:r>
            <a:r>
              <a:rPr lang="sv-SE" dirty="0" err="1"/>
              <a:t>You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</a:t>
            </a:r>
            <a:r>
              <a:rPr lang="sv-SE" dirty="0" err="1"/>
              <a:t>even</a:t>
            </a:r>
            <a:r>
              <a:rPr lang="sv-SE" dirty="0"/>
              <a:t> </a:t>
            </a:r>
            <a:r>
              <a:rPr lang="sv-SE" dirty="0" err="1"/>
              <a:t>add</a:t>
            </a:r>
            <a:r>
              <a:rPr lang="sv-SE" dirty="0"/>
              <a:t> </a:t>
            </a:r>
            <a:r>
              <a:rPr lang="sv-SE" dirty="0" err="1"/>
              <a:t>points</a:t>
            </a:r>
            <a:r>
              <a:rPr lang="sv-SE" dirty="0"/>
              <a:t> to the star!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573794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1723</TotalTime>
  <Words>276</Words>
  <Application>Microsoft Office PowerPoint</Application>
  <PresentationFormat>Widescreen</PresentationFormat>
  <Paragraphs>34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Creating a cultural star</vt:lpstr>
      <vt:lpstr>Example Culture star: Becky Bergman</vt:lpstr>
      <vt:lpstr>Culture star: Name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Becky Bergman</dc:creator>
  <cp:lastModifiedBy>Becky Bergman</cp:lastModifiedBy>
  <cp:revision>8</cp:revision>
  <dcterms:created xsi:type="dcterms:W3CDTF">2020-06-04T11:15:16Z</dcterms:created>
  <dcterms:modified xsi:type="dcterms:W3CDTF">2024-09-08T18:34:50Z</dcterms:modified>
</cp:coreProperties>
</file>