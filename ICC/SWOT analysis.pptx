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80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80B47-36D8-48A9-8812-DE97FF6A67AD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6AD08-14D1-4E7D-AEFE-D6604A4B057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268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Students </a:t>
            </a:r>
            <a:r>
              <a:rPr lang="sv-SE" dirty="0" err="1"/>
              <a:t>should</a:t>
            </a:r>
            <a:r>
              <a:rPr lang="sv-SE" dirty="0"/>
              <a:t> </a:t>
            </a:r>
            <a:r>
              <a:rPr lang="sv-SE" dirty="0" err="1"/>
              <a:t>open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, </a:t>
            </a:r>
            <a:r>
              <a:rPr lang="sv-SE" dirty="0" err="1"/>
              <a:t>fill</a:t>
            </a:r>
            <a:r>
              <a:rPr lang="sv-SE" dirty="0"/>
              <a:t> in and save. </a:t>
            </a:r>
            <a:r>
              <a:rPr lang="sv-SE" dirty="0" err="1"/>
              <a:t>Keep</a:t>
            </a:r>
            <a:r>
              <a:rPr lang="sv-SE" dirty="0"/>
              <a:t> for workshop. 10 mins.</a:t>
            </a:r>
          </a:p>
          <a:p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separate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SWOT </a:t>
            </a:r>
            <a:r>
              <a:rPr lang="sv-SE" dirty="0" err="1"/>
              <a:t>analysis</a:t>
            </a:r>
            <a:r>
              <a:rPr lang="sv-SE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B6158-C7CB-0F44-B0F2-0892C423F7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25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F9C1-1FAB-4F74-9CED-2D0F93356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3FFA8-C4A3-49F4-BF04-463A5A8F2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B16E9-CBC5-4331-BEDE-68DFD807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3B48D-8C9C-4783-B78D-2B67F804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85A7-0065-4E5C-B3DD-94E29B1A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7963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B9E6-E2BA-44CA-A1BD-7286BF2F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3EF71-06ED-4ACD-8218-8AABC0C35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729C-D7DC-4BA7-AE4E-AF9BE76C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E4ACE-1A9B-48BC-987E-0E47167C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15F9-F71C-40EC-A4EE-6A4B058BD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365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CE53-522D-4467-8591-3777C57F4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F0C48-E083-4F0C-805C-964F799A8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A17EB-4858-48A3-A76C-7617E3B4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4E7CB-CFB3-41CE-9169-5DC0A8FD4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3460E-75D3-4452-BA7B-8C41B738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0585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71ED-3087-4A21-9BD1-0329FBAA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FBEA-E8B7-409E-A306-8E75F414F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A2CA5-1003-43DF-A8CF-3BC3C6D61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ACD3-A3B2-4BB1-B27A-D63E0221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BD45C-CB48-4CA9-A098-0933340E1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A8DAC-D2DE-4B4D-81CD-E8578E58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3357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5E30-BD6F-42CE-829E-F2931E48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91AFA-10D4-4BB1-9CCF-517DCBF2F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D0D36-FDC1-4136-BBC5-131E1FF18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21D652-69BF-434A-BA4A-D066ACF9B3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02757-FD79-4B05-B49D-70D1BBD1F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FFE10B-50AB-4C77-BAEC-231C7C14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41C5D-0846-428C-AE8A-D9087035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3C895-0C9F-44A0-981C-3830C932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970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15401-FC69-4FDE-BAFE-038D4B08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D46E9-1330-49E3-95BF-C1E87C6F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CE324-E87A-43E0-A928-47D90B11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6D45C-3928-4BA4-BADE-843A14D6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21580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468063-9B64-4049-8B39-5B4267FA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8F873-15C2-482A-9CA0-75F5A5D5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FE891-7CD3-4746-8115-481E00DF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3572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8BCB-25B4-4E0D-8F80-26429A87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CA163-9031-471F-8AC9-063296CA5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6998E-D964-401B-BC74-8AFC98EA4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0FAA7-954B-4A6E-A2AC-689849CB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4EC30-C190-44DB-A30E-2ED9A33B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CB908-28A2-4990-93AA-D6A969C3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936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E569-CC80-47C6-A247-5E7A9B26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85F7AB-972B-4E03-8AE0-CDDF48D2E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C0BE3-25B3-4EE1-A21D-DFD9C1D7B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875C9-FD70-4469-B0A1-3D317EB0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64F62-C199-4E06-B741-EB30D7778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AE4C1-2EDE-4BB0-9942-FDC1694E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04482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8D14-0112-4077-983D-E824F507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2C970-C789-4903-AD6A-C1904B1C1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FD4AC-9488-44C6-8675-49BA74862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FC1FC-96A2-40AC-9571-58A25F98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A00EB-292D-417D-8AA1-5689272D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3568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4F7891-1DE9-477B-B56D-EE770516A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61758-592C-43BE-A08A-B29741B98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3EB06-BDDF-4582-B0DA-0B7D3DF7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604A9-F0EC-4B5D-844E-546806CFA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C9AE8-8EB7-4A6D-B038-A4D85B3F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7292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F4C31-381D-4734-989C-FF210C43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D60CA-372E-4A26-8A1C-B4D24531C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2E2FB-A780-4E1B-A587-D59AF2033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48411-93BD-46B5-869E-D5B037A52B6B}" type="datetimeFigureOut">
              <a:rPr lang="sv-SE" smtClean="0"/>
              <a:t>2020-09-01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AD5EF-97EE-4EF2-AA0B-E216D0167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6E158-303F-4881-9066-05A1A8196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BCB00-5B37-4365-AC75-80EBF6E2431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049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A433-C790-411E-A30B-DB731027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Reflections</a:t>
            </a:r>
            <a:r>
              <a:rPr lang="sv-SE" dirty="0"/>
              <a:t> on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group</a:t>
            </a:r>
            <a:r>
              <a:rPr lang="sv-SE" dirty="0"/>
              <a:t>: SWOT </a:t>
            </a:r>
            <a:r>
              <a:rPr lang="sv-SE" dirty="0" err="1"/>
              <a:t>analysis</a:t>
            </a:r>
            <a:endParaRPr lang="sv-S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F3DCB4E-5982-4FDD-A9D3-CFD48C0A91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7645" y="1981199"/>
          <a:ext cx="10509953" cy="4340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8693">
                  <a:extLst>
                    <a:ext uri="{9D8B030D-6E8A-4147-A177-3AD203B41FA5}">
                      <a16:colId xmlns:a16="http://schemas.microsoft.com/office/drawing/2014/main" val="2336170885"/>
                    </a:ext>
                  </a:extLst>
                </a:gridCol>
                <a:gridCol w="5581260">
                  <a:extLst>
                    <a:ext uri="{9D8B030D-6E8A-4147-A177-3AD203B41FA5}">
                      <a16:colId xmlns:a16="http://schemas.microsoft.com/office/drawing/2014/main" val="839523913"/>
                    </a:ext>
                  </a:extLst>
                </a:gridCol>
              </a:tblGrid>
              <a:tr h="21702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24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Strengths</a:t>
                      </a:r>
                      <a:r>
                        <a:rPr lang="sv-SE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sv-SE" sz="1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My </a:t>
                      </a:r>
                      <a:r>
                        <a:rPr lang="sv-SE" sz="19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strengths</a:t>
                      </a:r>
                      <a:r>
                        <a:rPr lang="sv-SE" sz="1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 </a:t>
                      </a:r>
                      <a:r>
                        <a:rPr lang="sv-SE" sz="19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this</a:t>
                      </a:r>
                      <a:r>
                        <a:rPr lang="sv-SE" sz="1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sv-SE" sz="19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group</a:t>
                      </a:r>
                      <a:r>
                        <a:rPr lang="sv-SE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24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Weaknesses</a:t>
                      </a:r>
                      <a:r>
                        <a:rPr lang="sv-SE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sv-SE" sz="1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My </a:t>
                      </a:r>
                      <a:r>
                        <a:rPr lang="sv-SE" sz="19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weaknesses</a:t>
                      </a:r>
                      <a:r>
                        <a:rPr lang="sv-SE" sz="1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 </a:t>
                      </a:r>
                      <a:r>
                        <a:rPr lang="sv-SE" sz="19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this</a:t>
                      </a:r>
                      <a:r>
                        <a:rPr lang="sv-SE" sz="1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sv-SE" sz="19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group</a:t>
                      </a:r>
                      <a:r>
                        <a:rPr lang="sv-SE" sz="2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endParaRPr lang="sv-SE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056642"/>
                  </a:ext>
                </a:extLst>
              </a:tr>
              <a:tr h="21702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Opportunities</a:t>
                      </a:r>
                      <a:r>
                        <a:rPr lang="sv-S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sv-SE" sz="19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Things</a:t>
                      </a:r>
                      <a:r>
                        <a:rPr lang="sv-SE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 </a:t>
                      </a:r>
                      <a:r>
                        <a:rPr lang="sv-SE" sz="19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</a:t>
                      </a:r>
                      <a:r>
                        <a:rPr lang="sv-SE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happy </a:t>
                      </a:r>
                      <a:r>
                        <a:rPr lang="sv-SE" sz="19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about</a:t>
                      </a:r>
                      <a:r>
                        <a:rPr lang="sv-SE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 my </a:t>
                      </a:r>
                      <a:r>
                        <a:rPr lang="sv-SE" sz="19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group</a:t>
                      </a:r>
                      <a:r>
                        <a:rPr lang="sv-S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):</a:t>
                      </a:r>
                    </a:p>
                    <a:p>
                      <a:endParaRPr lang="sv-SE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Threats</a:t>
                      </a:r>
                      <a:r>
                        <a:rPr lang="sv-S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sv-SE" sz="19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Things</a:t>
                      </a:r>
                      <a:r>
                        <a:rPr lang="sv-SE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 </a:t>
                      </a:r>
                      <a:r>
                        <a:rPr lang="sv-SE" sz="19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</a:t>
                      </a:r>
                      <a:r>
                        <a:rPr lang="sv-SE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sv-SE" sz="19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worried</a:t>
                      </a:r>
                      <a:r>
                        <a:rPr lang="sv-SE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sv-SE" sz="19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about</a:t>
                      </a:r>
                      <a:r>
                        <a:rPr lang="sv-SE" sz="1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 my </a:t>
                      </a:r>
                      <a:r>
                        <a:rPr lang="sv-SE" sz="19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group</a:t>
                      </a:r>
                      <a:r>
                        <a:rPr lang="sv-S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): </a:t>
                      </a:r>
                    </a:p>
                    <a:p>
                      <a:endParaRPr lang="sv-SE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555198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23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Reflections on your group: SWOT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Reflections on your group: SWOT analysis</dc:title>
  <dc:creator>Becky Bergman</dc:creator>
  <cp:lastModifiedBy>Becky Bergman</cp:lastModifiedBy>
  <cp:revision>1</cp:revision>
  <dcterms:created xsi:type="dcterms:W3CDTF">2020-09-01T06:59:19Z</dcterms:created>
  <dcterms:modified xsi:type="dcterms:W3CDTF">2020-09-01T07:00:03Z</dcterms:modified>
</cp:coreProperties>
</file>